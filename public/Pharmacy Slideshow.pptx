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viewProps.xml" ContentType="application/vnd.openxmlformats-officedocument.presentationml.viewProps+xml"/>
  <Override PartName="/ppt/slides/slide8.xml" ContentType="application/vnd.openxmlformats-officedocument.presentationml.slide+xml"/>
  <Override PartName="/ppt/notesSlides/notesSlide8.xml" ContentType="application/vnd.openxmlformats-officedocument.presentationml.notes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Lst>
  <p:notesMasterIdLst>
    <p:notesMasterId r:id="rId2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0" d="6"/>
          <a:sy n="0" d="2"/>
        </p:scale>
        <p:origin x="706893696" y="0"/>
      </p:cViewPr>
      <p:guideLst>
        <p:guide pos="2880"/>
        <p:guide pos="162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 /><Relationship Id="rId22" Type="http://schemas.openxmlformats.org/officeDocument/2006/relationships/tableStyles" Target="tableStyles.xml" /><Relationship Id="rId2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1346278287" name="Google Shape;3;n"/>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8172344"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33301951" name="Google Shape;1377;p:notes"/>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54139444" name="Google Shape;1378;p: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02489370" name="Google Shape;1480;g916eed8d62_0_294: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89155970" name="Google Shape;1481;g916eed8d62_0_294: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47209460" name="Google Shape;1480;g916eed8d62_0_29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41698063" name="Google Shape;1481;g916eed8d62_0_29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75997872" name="Google Shape;1561;g8b17b3b75f_0_106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58335018" name="Google Shape;1562;g8b17b3b75f_0_106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85187304" name="Google Shape;1486;g11b7008a5fa_0_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69699933" name="Google Shape;1487;g11b7008a5fa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31500611" name="Google Shape;1486;g11b7008a5fa_0_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95220484" name="Google Shape;1487;g11b7008a5fa_0_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94604881" name="Google Shape;1480;g916eed8d62_0_294: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182377" name="Google Shape;1481;g916eed8d62_0_294: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7061832" name="Google Shape;2153;g916eed8d62_0_402: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87833584" name="Google Shape;2154;g916eed8d62_0_402: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99722801" name="Google Shape;1480;g916eed8d62_0_294: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31299950" name="Google Shape;1481;g916eed8d62_0_294: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42163310" name="Google Shape;1480;g916eed8d62_0_294: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16724335" name="Google Shape;1481;g916eed8d62_0_294: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63053780" name="Google Shape;2159;g12fb5da1c91_0_801: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83229608" name="Google Shape;2160;g12fb5da1c91_0_801: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2658591" name="Google Shape;1486;g11b7008a5fa_0_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86675061" name="Google Shape;1487;g11b7008a5fa_0_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31526214" name="Google Shape;1486;g11b7008a5fa_0_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63611244" name="Google Shape;1487;g11b7008a5fa_0_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88955678" name="Google Shape;1486;g11b7008a5fa_0_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76232052" name="Google Shape;1487;g11b7008a5fa_0_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89089603" name="Google Shape;1486;g11b7008a5fa_0_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67136465" name="Google Shape;1487;g11b7008a5fa_0_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90842141" name="Google Shape;5850;g9a97c1c146_0_4: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715057686" name="Google Shape;5851;g9a97c1c146_0_4: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1543205937" name="Google Shape;9;p2"/>
          <p:cNvSpPr txBox="1"/>
          <p:nvPr>
            <p:ph type="ctrTitle"/>
          </p:nvPr>
        </p:nvSpPr>
        <p:spPr bwMode="auto">
          <a:xfrm>
            <a:off x="3829400" y="1065725"/>
            <a:ext cx="4601700" cy="1542300"/>
          </a:xfrm>
          <a:prstGeom prst="rect">
            <a:avLst/>
          </a:prstGeom>
        </p:spPr>
        <p:txBody>
          <a:bodyPr spcFirstLastPara="1" wrap="square" lIns="91425" tIns="91425" rIns="91425" bIns="91425" anchor="b" anchorCtr="0">
            <a:noAutofit/>
          </a:bodyPr>
          <a:lstStyle>
            <a:lvl1pPr lvl="0" algn="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pPr>
              <a:defRPr/>
            </a:pPr>
            <a:endParaRPr/>
          </a:p>
        </p:txBody>
      </p:sp>
      <p:sp>
        <p:nvSpPr>
          <p:cNvPr id="126265480" name="Google Shape;10;p2"/>
          <p:cNvSpPr txBox="1"/>
          <p:nvPr>
            <p:ph type="subTitle" idx="1"/>
          </p:nvPr>
        </p:nvSpPr>
        <p:spPr bwMode="auto">
          <a:xfrm>
            <a:off x="5404275" y="2537450"/>
            <a:ext cx="3026400" cy="7332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1971629123" name="Google Shape;58;p4"/>
          <p:cNvSpPr txBox="1"/>
          <p:nvPr>
            <p:ph type="title"/>
          </p:nvPr>
        </p:nvSpPr>
        <p:spPr bwMode="auto">
          <a:xfrm>
            <a:off x="713225" y="539500"/>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960189119" name="Google Shape;59;p4"/>
          <p:cNvSpPr txBox="1"/>
          <p:nvPr>
            <p:ph type="body" idx="1"/>
          </p:nvPr>
        </p:nvSpPr>
        <p:spPr bwMode="auto">
          <a:xfrm>
            <a:off x="713225" y="1086584"/>
            <a:ext cx="7717500" cy="3522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rgbClr val="434343"/>
              </a:buClr>
              <a:buSzPts val="1200"/>
              <a:buChar char="●"/>
              <a:defRPr sz="1150"/>
            </a:lvl1pPr>
            <a:lvl2pPr marL="914400" lvl="1" indent="-304800">
              <a:spcBef>
                <a:spcPts val="0"/>
              </a:spcBef>
              <a:spcAft>
                <a:spcPts val="0"/>
              </a:spcAft>
              <a:buClr>
                <a:srgbClr val="434343"/>
              </a:buClr>
              <a:buSzPts val="1200"/>
              <a:buFont typeface="Roboto Condensed Light"/>
              <a:buChar char="○"/>
              <a:defRPr/>
            </a:lvl2pPr>
            <a:lvl3pPr marL="1371600" lvl="2" indent="-304800">
              <a:spcBef>
                <a:spcPts val="0"/>
              </a:spcBef>
              <a:spcAft>
                <a:spcPts val="0"/>
              </a:spcAft>
              <a:buClr>
                <a:srgbClr val="434343"/>
              </a:buClr>
              <a:buSzPts val="1200"/>
              <a:buFont typeface="Roboto Condensed Light"/>
              <a:buChar char="■"/>
              <a:defRPr/>
            </a:lvl3pPr>
            <a:lvl4pPr marL="1828800" lvl="3" indent="-304800">
              <a:spcBef>
                <a:spcPts val="0"/>
              </a:spcBef>
              <a:spcAft>
                <a:spcPts val="0"/>
              </a:spcAft>
              <a:buClr>
                <a:srgbClr val="434343"/>
              </a:buClr>
              <a:buSzPts val="1200"/>
              <a:buFont typeface="Roboto Condensed Light"/>
              <a:buChar char="●"/>
              <a:defRPr/>
            </a:lvl4pPr>
            <a:lvl5pPr marL="2286000" lvl="4" indent="-304800">
              <a:spcBef>
                <a:spcPts val="0"/>
              </a:spcBef>
              <a:spcAft>
                <a:spcPts val="0"/>
              </a:spcAft>
              <a:buClr>
                <a:srgbClr val="434343"/>
              </a:buClr>
              <a:buSzPts val="1200"/>
              <a:buFont typeface="Roboto Condensed Light"/>
              <a:buChar char="○"/>
              <a:defRPr/>
            </a:lvl5pPr>
            <a:lvl6pPr marL="2743200" lvl="5" indent="-304800">
              <a:spcBef>
                <a:spcPts val="0"/>
              </a:spcBef>
              <a:spcAft>
                <a:spcPts val="0"/>
              </a:spcAft>
              <a:buClr>
                <a:srgbClr val="434343"/>
              </a:buClr>
              <a:buSzPts val="1200"/>
              <a:buFont typeface="Roboto Condensed Light"/>
              <a:buChar char="■"/>
              <a:defRPr/>
            </a:lvl6pPr>
            <a:lvl7pPr marL="3200400" lvl="6" indent="-304800">
              <a:spcBef>
                <a:spcPts val="0"/>
              </a:spcBef>
              <a:spcAft>
                <a:spcPts val="0"/>
              </a:spcAft>
              <a:buClr>
                <a:srgbClr val="434343"/>
              </a:buClr>
              <a:buSzPts val="1200"/>
              <a:buFont typeface="Roboto Condensed Light"/>
              <a:buChar char="●"/>
              <a:defRPr/>
            </a:lvl7pPr>
            <a:lvl8pPr marL="3657600" lvl="7" indent="-304800">
              <a:spcBef>
                <a:spcPts val="0"/>
              </a:spcBef>
              <a:spcAft>
                <a:spcPts val="0"/>
              </a:spcAft>
              <a:buClr>
                <a:srgbClr val="434343"/>
              </a:buClr>
              <a:buSzPts val="1200"/>
              <a:buFont typeface="Roboto Condensed Light"/>
              <a:buChar char="○"/>
              <a:defRPr/>
            </a:lvl8pPr>
            <a:lvl9pPr marL="4114800" lvl="8" indent="-304800">
              <a:spcBef>
                <a:spcPts val="0"/>
              </a:spcBef>
              <a:spcAft>
                <a:spcPts val="0"/>
              </a:spcAft>
              <a:buClr>
                <a:srgbClr val="434343"/>
              </a:buClr>
              <a:buSzPts val="1200"/>
              <a:buFont typeface="Roboto Condensed Light"/>
              <a:buChar char="■"/>
              <a:defRPr/>
            </a:lvl9pPr>
          </a:lstStyle>
          <a:p>
            <a:pPr>
              <a:defRPr/>
            </a:pPr>
            <a:endParaRPr/>
          </a:p>
        </p:txBody>
      </p:sp>
      <p:grpSp>
        <p:nvGrpSpPr>
          <p:cNvPr id="177145897" name="Google Shape;60;p4"/>
          <p:cNvGrpSpPr/>
          <p:nvPr/>
        </p:nvGrpSpPr>
        <p:grpSpPr bwMode="auto">
          <a:xfrm>
            <a:off x="483625" y="2656493"/>
            <a:ext cx="222629" cy="215744"/>
            <a:chOff x="1811800" y="3511500"/>
            <a:chExt cx="133175" cy="133200"/>
          </a:xfrm>
        </p:grpSpPr>
        <p:sp>
          <p:nvSpPr>
            <p:cNvPr id="61" name="Google Shape;61;p4"/>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62" name="Google Shape;62;p4"/>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089803999" name="Google Shape;63;p4"/>
          <p:cNvGrpSpPr/>
          <p:nvPr/>
        </p:nvGrpSpPr>
        <p:grpSpPr bwMode="auto">
          <a:xfrm flipH="1">
            <a:off x="6406689" y="4723200"/>
            <a:ext cx="133175" cy="133200"/>
            <a:chOff x="1811800" y="3511500"/>
            <a:chExt cx="133175" cy="133200"/>
          </a:xfrm>
        </p:grpSpPr>
        <p:sp>
          <p:nvSpPr>
            <p:cNvPr id="64" name="Google Shape;64;p4"/>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65" name="Google Shape;65;p4"/>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2073732247" name="Google Shape;66;p4"/>
          <p:cNvGrpSpPr/>
          <p:nvPr/>
        </p:nvGrpSpPr>
        <p:grpSpPr bwMode="auto">
          <a:xfrm flipH="1">
            <a:off x="315839" y="1376050"/>
            <a:ext cx="133175" cy="133200"/>
            <a:chOff x="1811800" y="3511500"/>
            <a:chExt cx="133175" cy="133200"/>
          </a:xfrm>
        </p:grpSpPr>
        <p:sp>
          <p:nvSpPr>
            <p:cNvPr id="67" name="Google Shape;67;p4"/>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68" name="Google Shape;68;p4"/>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697236620" name="Google Shape;69;p4"/>
          <p:cNvGrpSpPr/>
          <p:nvPr/>
        </p:nvGrpSpPr>
        <p:grpSpPr bwMode="auto">
          <a:xfrm>
            <a:off x="8855350" y="3297600"/>
            <a:ext cx="133175" cy="133200"/>
            <a:chOff x="1811800" y="3511500"/>
            <a:chExt cx="133175" cy="133200"/>
          </a:xfrm>
        </p:grpSpPr>
        <p:sp>
          <p:nvSpPr>
            <p:cNvPr id="70" name="Google Shape;70;p4"/>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1" name="Google Shape;71;p4"/>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469982460" name="Google Shape;72;p4"/>
          <p:cNvGrpSpPr/>
          <p:nvPr/>
        </p:nvGrpSpPr>
        <p:grpSpPr bwMode="auto">
          <a:xfrm>
            <a:off x="1192994" y="292591"/>
            <a:ext cx="73925" cy="73939"/>
            <a:chOff x="1811800" y="3511500"/>
            <a:chExt cx="133175" cy="133200"/>
          </a:xfrm>
        </p:grpSpPr>
        <p:sp>
          <p:nvSpPr>
            <p:cNvPr id="73" name="Google Shape;73;p4"/>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 name="Google Shape;74;p4"/>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664281487" name="Google Shape;75;p4"/>
          <p:cNvGrpSpPr/>
          <p:nvPr/>
        </p:nvGrpSpPr>
        <p:grpSpPr bwMode="auto">
          <a:xfrm flipH="1">
            <a:off x="376945" y="4070029"/>
            <a:ext cx="73925" cy="73939"/>
            <a:chOff x="1811800" y="3511500"/>
            <a:chExt cx="133175" cy="133200"/>
          </a:xfrm>
        </p:grpSpPr>
        <p:sp>
          <p:nvSpPr>
            <p:cNvPr id="76" name="Google Shape;76;p4"/>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7" name="Google Shape;77;p4"/>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470649451" name="Google Shape;78;p4"/>
          <p:cNvGrpSpPr/>
          <p:nvPr/>
        </p:nvGrpSpPr>
        <p:grpSpPr bwMode="auto">
          <a:xfrm>
            <a:off x="8476506" y="1454664"/>
            <a:ext cx="264872" cy="255398"/>
            <a:chOff x="1811800" y="3511500"/>
            <a:chExt cx="133175" cy="133200"/>
          </a:xfrm>
        </p:grpSpPr>
        <p:sp>
          <p:nvSpPr>
            <p:cNvPr id="79" name="Google Shape;79;p4"/>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0" name="Google Shape;80;p4"/>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sp>
        <p:nvSpPr>
          <p:cNvPr id="1256036064" name="Google Shape;134;p7"/>
          <p:cNvSpPr txBox="1"/>
          <p:nvPr>
            <p:ph type="title"/>
          </p:nvPr>
        </p:nvSpPr>
        <p:spPr bwMode="auto">
          <a:xfrm>
            <a:off x="1529400" y="1722422"/>
            <a:ext cx="4152000" cy="5760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pPr>
              <a:defRPr/>
            </a:pPr>
            <a:endParaRPr/>
          </a:p>
        </p:txBody>
      </p:sp>
      <p:sp>
        <p:nvSpPr>
          <p:cNvPr id="779376640" name="Google Shape;135;p7"/>
          <p:cNvSpPr txBox="1"/>
          <p:nvPr>
            <p:ph type="body" idx="1"/>
          </p:nvPr>
        </p:nvSpPr>
        <p:spPr bwMode="auto">
          <a:xfrm>
            <a:off x="1529400" y="2257500"/>
            <a:ext cx="4152000" cy="12045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sz="16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grpSp>
        <p:nvGrpSpPr>
          <p:cNvPr id="184016224" name="Google Shape;136;p7"/>
          <p:cNvGrpSpPr/>
          <p:nvPr/>
        </p:nvGrpSpPr>
        <p:grpSpPr bwMode="auto">
          <a:xfrm>
            <a:off x="983925" y="2709193"/>
            <a:ext cx="222629" cy="215744"/>
            <a:chOff x="1811800" y="3511500"/>
            <a:chExt cx="133175" cy="133200"/>
          </a:xfrm>
        </p:grpSpPr>
        <p:sp>
          <p:nvSpPr>
            <p:cNvPr id="137" name="Google Shape;137;p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8" name="Google Shape;138;p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520034746" name="Google Shape;139;p7"/>
          <p:cNvGrpSpPr/>
          <p:nvPr/>
        </p:nvGrpSpPr>
        <p:grpSpPr bwMode="auto">
          <a:xfrm flipH="1">
            <a:off x="1875164" y="694375"/>
            <a:ext cx="133175" cy="133200"/>
            <a:chOff x="1811800" y="3511500"/>
            <a:chExt cx="133175" cy="133200"/>
          </a:xfrm>
        </p:grpSpPr>
        <p:sp>
          <p:nvSpPr>
            <p:cNvPr id="140" name="Google Shape;140;p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1" name="Google Shape;141;p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95352532" name="Google Shape;142;p7"/>
          <p:cNvGrpSpPr/>
          <p:nvPr/>
        </p:nvGrpSpPr>
        <p:grpSpPr bwMode="auto">
          <a:xfrm flipH="1">
            <a:off x="315839" y="1376050"/>
            <a:ext cx="133175" cy="133200"/>
            <a:chOff x="1811800" y="3511500"/>
            <a:chExt cx="133175" cy="133200"/>
          </a:xfrm>
        </p:grpSpPr>
        <p:sp>
          <p:nvSpPr>
            <p:cNvPr id="143" name="Google Shape;143;p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4" name="Google Shape;144;p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938364338" name="Google Shape;145;p7"/>
          <p:cNvGrpSpPr/>
          <p:nvPr/>
        </p:nvGrpSpPr>
        <p:grpSpPr bwMode="auto">
          <a:xfrm>
            <a:off x="3401875" y="1022400"/>
            <a:ext cx="133175" cy="133200"/>
            <a:chOff x="1811800" y="3511500"/>
            <a:chExt cx="133175" cy="133200"/>
          </a:xfrm>
        </p:grpSpPr>
        <p:sp>
          <p:nvSpPr>
            <p:cNvPr id="146" name="Google Shape;146;p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7" name="Google Shape;147;p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2094822271" name="Google Shape;148;p7"/>
          <p:cNvGrpSpPr/>
          <p:nvPr/>
        </p:nvGrpSpPr>
        <p:grpSpPr bwMode="auto">
          <a:xfrm>
            <a:off x="1287694" y="1509241"/>
            <a:ext cx="73925" cy="73939"/>
            <a:chOff x="1811800" y="3511500"/>
            <a:chExt cx="133175" cy="133200"/>
          </a:xfrm>
        </p:grpSpPr>
        <p:sp>
          <p:nvSpPr>
            <p:cNvPr id="149" name="Google Shape;149;p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0" name="Google Shape;150;p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604597085" name="Google Shape;151;p7"/>
          <p:cNvGrpSpPr/>
          <p:nvPr/>
        </p:nvGrpSpPr>
        <p:grpSpPr bwMode="auto">
          <a:xfrm flipH="1">
            <a:off x="376945" y="3993829"/>
            <a:ext cx="73925" cy="73939"/>
            <a:chOff x="1811800" y="3511500"/>
            <a:chExt cx="133175" cy="133200"/>
          </a:xfrm>
        </p:grpSpPr>
        <p:sp>
          <p:nvSpPr>
            <p:cNvPr id="152" name="Google Shape;152;p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3" name="Google Shape;153;p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798978616" name="Google Shape;154;p7"/>
          <p:cNvGrpSpPr/>
          <p:nvPr/>
        </p:nvGrpSpPr>
        <p:grpSpPr bwMode="auto">
          <a:xfrm>
            <a:off x="4688106" y="534539"/>
            <a:ext cx="264872" cy="255398"/>
            <a:chOff x="1811800" y="3511500"/>
            <a:chExt cx="133175" cy="133200"/>
          </a:xfrm>
        </p:grpSpPr>
        <p:sp>
          <p:nvSpPr>
            <p:cNvPr id="155" name="Google Shape;155;p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6" name="Google Shape;156;p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showMasterSp="1" userDrawn="1">
  <p:cSld name="CAPTION_ONLY">
    <p:spTree>
      <p:nvGrpSpPr>
        <p:cNvPr id="1" name=""/>
        <p:cNvGrpSpPr/>
        <p:nvPr/>
      </p:nvGrpSpPr>
      <p:grpSpPr bwMode="auto">
        <a:xfrm>
          <a:off x="0" y="0"/>
          <a:ext cx="0" cy="0"/>
          <a:chOff x="0" y="0"/>
          <a:chExt cx="0" cy="0"/>
        </a:xfrm>
      </p:grpSpPr>
      <p:grpSp>
        <p:nvGrpSpPr>
          <p:cNvPr id="576758899" name="Google Shape;224;p10"/>
          <p:cNvGrpSpPr/>
          <p:nvPr/>
        </p:nvGrpSpPr>
        <p:grpSpPr bwMode="auto">
          <a:xfrm>
            <a:off x="239639" y="344375"/>
            <a:ext cx="4192589" cy="4584768"/>
            <a:chOff x="239639" y="344375"/>
            <a:chExt cx="4192589" cy="4584768"/>
          </a:xfrm>
        </p:grpSpPr>
        <p:grpSp>
          <p:nvGrpSpPr>
            <p:cNvPr id="225" name="Google Shape;225;p10"/>
            <p:cNvGrpSpPr/>
            <p:nvPr/>
          </p:nvGrpSpPr>
          <p:grpSpPr bwMode="auto">
            <a:xfrm>
              <a:off x="4209600" y="4603993"/>
              <a:ext cx="222629" cy="215744"/>
              <a:chOff x="1811800" y="3511500"/>
              <a:chExt cx="133175" cy="133200"/>
            </a:xfrm>
          </p:grpSpPr>
          <p:sp>
            <p:nvSpPr>
              <p:cNvPr id="226" name="Google Shape;226;p10"/>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27" name="Google Shape;227;p10"/>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228" name="Google Shape;228;p10"/>
            <p:cNvGrpSpPr/>
            <p:nvPr/>
          </p:nvGrpSpPr>
          <p:grpSpPr bwMode="auto">
            <a:xfrm flipH="1">
              <a:off x="1318564" y="344375"/>
              <a:ext cx="133175" cy="133200"/>
              <a:chOff x="1811800" y="3511500"/>
              <a:chExt cx="133175" cy="133200"/>
            </a:xfrm>
          </p:grpSpPr>
          <p:sp>
            <p:nvSpPr>
              <p:cNvPr id="229" name="Google Shape;229;p10"/>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30" name="Google Shape;230;p10"/>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231" name="Google Shape;231;p10"/>
            <p:cNvGrpSpPr/>
            <p:nvPr/>
          </p:nvGrpSpPr>
          <p:grpSpPr bwMode="auto">
            <a:xfrm flipH="1">
              <a:off x="239639" y="1376050"/>
              <a:ext cx="133175" cy="133200"/>
              <a:chOff x="1811800" y="3511500"/>
              <a:chExt cx="133175" cy="133200"/>
            </a:xfrm>
          </p:grpSpPr>
          <p:sp>
            <p:nvSpPr>
              <p:cNvPr id="232" name="Google Shape;232;p10"/>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33" name="Google Shape;233;p10"/>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234" name="Google Shape;234;p10"/>
            <p:cNvGrpSpPr/>
            <p:nvPr/>
          </p:nvGrpSpPr>
          <p:grpSpPr bwMode="auto">
            <a:xfrm>
              <a:off x="3636900" y="344375"/>
              <a:ext cx="133175" cy="133200"/>
              <a:chOff x="1811800" y="3511500"/>
              <a:chExt cx="133175" cy="133200"/>
            </a:xfrm>
          </p:grpSpPr>
          <p:sp>
            <p:nvSpPr>
              <p:cNvPr id="235" name="Google Shape;235;p10"/>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36" name="Google Shape;236;p10"/>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237" name="Google Shape;237;p10"/>
            <p:cNvGrpSpPr/>
            <p:nvPr/>
          </p:nvGrpSpPr>
          <p:grpSpPr bwMode="auto">
            <a:xfrm>
              <a:off x="269269" y="4209366"/>
              <a:ext cx="73925" cy="73939"/>
              <a:chOff x="1811800" y="3511500"/>
              <a:chExt cx="133175" cy="133200"/>
            </a:xfrm>
          </p:grpSpPr>
          <p:sp>
            <p:nvSpPr>
              <p:cNvPr id="238" name="Google Shape;238;p10"/>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39" name="Google Shape;239;p10"/>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240" name="Google Shape;240;p10"/>
            <p:cNvGrpSpPr/>
            <p:nvPr/>
          </p:nvGrpSpPr>
          <p:grpSpPr bwMode="auto">
            <a:xfrm flipH="1">
              <a:off x="2258320" y="4855204"/>
              <a:ext cx="73925" cy="73939"/>
              <a:chOff x="1811800" y="3511500"/>
              <a:chExt cx="133175" cy="133200"/>
            </a:xfrm>
          </p:grpSpPr>
          <p:sp>
            <p:nvSpPr>
              <p:cNvPr id="241" name="Google Shape;241;p10"/>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42" name="Google Shape;242;p10"/>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243" name="Google Shape;243;p10"/>
            <p:cNvGrpSpPr/>
            <p:nvPr/>
          </p:nvGrpSpPr>
          <p:grpSpPr bwMode="auto">
            <a:xfrm>
              <a:off x="2584656" y="947188"/>
              <a:ext cx="264872" cy="255398"/>
              <a:chOff x="1811800" y="3511500"/>
              <a:chExt cx="133175" cy="133200"/>
            </a:xfrm>
          </p:grpSpPr>
          <p:sp>
            <p:nvSpPr>
              <p:cNvPr id="244" name="Google Shape;244;p10"/>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45" name="Google Shape;245;p10"/>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sp>
        <p:nvSpPr>
          <p:cNvPr id="360617260" name="Google Shape;246;p10"/>
          <p:cNvSpPr txBox="1"/>
          <p:nvPr>
            <p:ph type="title"/>
          </p:nvPr>
        </p:nvSpPr>
        <p:spPr bwMode="auto">
          <a:xfrm>
            <a:off x="720000" y="1466199"/>
            <a:ext cx="3527699" cy="572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pPr>
              <a:defRPr/>
            </a:pPr>
            <a:endParaRPr/>
          </a:p>
        </p:txBody>
      </p:sp>
      <p:sp>
        <p:nvSpPr>
          <p:cNvPr id="2051597809" name="Google Shape;247;p10"/>
          <p:cNvSpPr txBox="1"/>
          <p:nvPr>
            <p:ph type="subTitle" idx="1"/>
          </p:nvPr>
        </p:nvSpPr>
        <p:spPr bwMode="auto">
          <a:xfrm>
            <a:off x="720000" y="2287425"/>
            <a:ext cx="3527699" cy="1618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pPr>
              <a:defRPr/>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bg>
      <p:bgPr shadeToTitle="0">
        <a:solidFill>
          <a:srgbClr val="FFFFFF"/>
        </a:solidFill>
      </p:bgPr>
    </p:bg>
    <p:spTree>
      <p:nvGrpSpPr>
        <p:cNvPr id="1" name=""/>
        <p:cNvGrpSpPr/>
        <p:nvPr/>
      </p:nvGrpSpPr>
      <p:grpSpPr bwMode="auto">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able of Contents" preserve="0" showMasterPhAnim="0" showMasterSp="1" userDrawn="1">
  <p:cSld name="CUSTOM">
    <p:spTree>
      <p:nvGrpSpPr>
        <p:cNvPr id="1" name=""/>
        <p:cNvGrpSpPr/>
        <p:nvPr/>
      </p:nvGrpSpPr>
      <p:grpSpPr bwMode="auto">
        <a:xfrm>
          <a:off x="0" y="0"/>
          <a:ext cx="0" cy="0"/>
          <a:chOff x="0" y="0"/>
          <a:chExt cx="0" cy="0"/>
        </a:xfrm>
      </p:grpSpPr>
      <p:sp>
        <p:nvSpPr>
          <p:cNvPr id="1973350309" name="Google Shape;281;p13"/>
          <p:cNvSpPr txBox="1"/>
          <p:nvPr>
            <p:ph type="title"/>
          </p:nvPr>
        </p:nvSpPr>
        <p:spPr bwMode="auto">
          <a:xfrm>
            <a:off x="713225" y="539500"/>
            <a:ext cx="7717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256295489" name="Google Shape;282;p13"/>
          <p:cNvSpPr txBox="1"/>
          <p:nvPr>
            <p:ph type="title" idx="2" hasCustomPrompt="1"/>
          </p:nvPr>
        </p:nvSpPr>
        <p:spPr bwMode="auto">
          <a:xfrm flipH="1">
            <a:off x="720000" y="1584675"/>
            <a:ext cx="612600" cy="380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4000"/>
              <a:buNone/>
              <a:defRPr sz="2000"/>
            </a:lvl1pPr>
            <a:lvl2pPr lvl="1" algn="ctr" rtl="0">
              <a:lnSpc>
                <a:spcPct val="100000"/>
              </a:lnSpc>
              <a:spcBef>
                <a:spcPts val="0"/>
              </a:spcBef>
              <a:spcAft>
                <a:spcPts val="0"/>
              </a:spcAft>
              <a:buSzPts val="4000"/>
              <a:buNone/>
              <a:defRPr sz="4000"/>
            </a:lvl2pPr>
            <a:lvl3pPr lvl="2" algn="ctr" rtl="0">
              <a:lnSpc>
                <a:spcPct val="100000"/>
              </a:lnSpc>
              <a:spcBef>
                <a:spcPts val="0"/>
              </a:spcBef>
              <a:spcAft>
                <a:spcPts val="0"/>
              </a:spcAft>
              <a:buSzPts val="4000"/>
              <a:buNone/>
              <a:defRPr sz="4000"/>
            </a:lvl3pPr>
            <a:lvl4pPr lvl="3" algn="ctr" rtl="0">
              <a:lnSpc>
                <a:spcPct val="100000"/>
              </a:lnSpc>
              <a:spcBef>
                <a:spcPts val="0"/>
              </a:spcBef>
              <a:spcAft>
                <a:spcPts val="0"/>
              </a:spcAft>
              <a:buSzPts val="4000"/>
              <a:buNone/>
              <a:defRPr sz="4000"/>
            </a:lvl4pPr>
            <a:lvl5pPr lvl="4" algn="ctr" rtl="0">
              <a:lnSpc>
                <a:spcPct val="100000"/>
              </a:lnSpc>
              <a:spcBef>
                <a:spcPts val="0"/>
              </a:spcBef>
              <a:spcAft>
                <a:spcPts val="0"/>
              </a:spcAft>
              <a:buSzPts val="4000"/>
              <a:buNone/>
              <a:defRPr sz="4000"/>
            </a:lvl5pPr>
            <a:lvl6pPr lvl="5" algn="ctr" rtl="0">
              <a:lnSpc>
                <a:spcPct val="100000"/>
              </a:lnSpc>
              <a:spcBef>
                <a:spcPts val="0"/>
              </a:spcBef>
              <a:spcAft>
                <a:spcPts val="0"/>
              </a:spcAft>
              <a:buSzPts val="4000"/>
              <a:buNone/>
              <a:defRPr sz="4000"/>
            </a:lvl6pPr>
            <a:lvl7pPr lvl="6" algn="ctr" rtl="0">
              <a:lnSpc>
                <a:spcPct val="100000"/>
              </a:lnSpc>
              <a:spcBef>
                <a:spcPts val="0"/>
              </a:spcBef>
              <a:spcAft>
                <a:spcPts val="0"/>
              </a:spcAft>
              <a:buSzPts val="4000"/>
              <a:buNone/>
              <a:defRPr sz="4000"/>
            </a:lvl7pPr>
            <a:lvl8pPr lvl="7" algn="ctr" rtl="0">
              <a:lnSpc>
                <a:spcPct val="100000"/>
              </a:lnSpc>
              <a:spcBef>
                <a:spcPts val="0"/>
              </a:spcBef>
              <a:spcAft>
                <a:spcPts val="0"/>
              </a:spcAft>
              <a:buSzPts val="4000"/>
              <a:buNone/>
              <a:defRPr sz="4000"/>
            </a:lvl8pPr>
            <a:lvl9pPr lvl="8" algn="ctr" rtl="0">
              <a:lnSpc>
                <a:spcPct val="100000"/>
              </a:lnSpc>
              <a:spcBef>
                <a:spcPts val="0"/>
              </a:spcBef>
              <a:spcAft>
                <a:spcPts val="0"/>
              </a:spcAft>
              <a:buSzPts val="4000"/>
              <a:buNone/>
              <a:defRPr sz="4000"/>
            </a:lvl9pPr>
          </a:lstStyle>
          <a:p>
            <a:pPr>
              <a:defRPr/>
            </a:pPr>
            <a:r>
              <a:rPr/>
              <a:t>xx%</a:t>
            </a:r>
            <a:endParaRPr/>
          </a:p>
        </p:txBody>
      </p:sp>
      <p:sp>
        <p:nvSpPr>
          <p:cNvPr id="58416917" name="Google Shape;283;p13"/>
          <p:cNvSpPr txBox="1"/>
          <p:nvPr>
            <p:ph type="title" idx="3"/>
          </p:nvPr>
        </p:nvSpPr>
        <p:spPr bwMode="auto">
          <a:xfrm>
            <a:off x="1533000" y="1419008"/>
            <a:ext cx="5234100" cy="380100"/>
          </a:xfrm>
          <a:prstGeom prst="rect">
            <a:avLst/>
          </a:prstGeom>
        </p:spPr>
        <p:txBody>
          <a:bodyPr spcFirstLastPara="1" wrap="square" lIns="91425" tIns="91425" rIns="91425" bIns="91425" anchor="ctr" anchorCtr="0">
            <a:noAutofit/>
          </a:bodyPr>
          <a:lstStyle>
            <a:lvl1pPr lvl="0" algn="l">
              <a:lnSpc>
                <a:spcPct val="100000"/>
              </a:lnSpc>
              <a:spcBef>
                <a:spcPts val="0"/>
              </a:spcBef>
              <a:spcAft>
                <a:spcPts val="0"/>
              </a:spcAft>
              <a:buSzPts val="2000"/>
              <a:buNone/>
              <a:defRPr sz="18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pPr>
              <a:defRPr/>
            </a:pPr>
            <a:endParaRPr/>
          </a:p>
        </p:txBody>
      </p:sp>
      <p:sp>
        <p:nvSpPr>
          <p:cNvPr id="656510471" name="Google Shape;284;p13"/>
          <p:cNvSpPr txBox="1"/>
          <p:nvPr>
            <p:ph type="subTitle" idx="1"/>
          </p:nvPr>
        </p:nvSpPr>
        <p:spPr bwMode="auto">
          <a:xfrm>
            <a:off x="1533000" y="1672700"/>
            <a:ext cx="5234100" cy="380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sz="16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pPr>
              <a:defRPr/>
            </a:pPr>
            <a:endParaRPr/>
          </a:p>
        </p:txBody>
      </p:sp>
      <p:sp>
        <p:nvSpPr>
          <p:cNvPr id="10500064" name="Google Shape;285;p13"/>
          <p:cNvSpPr txBox="1"/>
          <p:nvPr>
            <p:ph type="title" idx="4" hasCustomPrompt="1"/>
          </p:nvPr>
        </p:nvSpPr>
        <p:spPr bwMode="auto">
          <a:xfrm>
            <a:off x="720000" y="2396950"/>
            <a:ext cx="612600" cy="380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4000"/>
              <a:buNone/>
              <a:defRPr sz="2000"/>
            </a:lvl1pPr>
            <a:lvl2pPr lvl="1" algn="ctr" rtl="0">
              <a:lnSpc>
                <a:spcPct val="100000"/>
              </a:lnSpc>
              <a:spcBef>
                <a:spcPts val="0"/>
              </a:spcBef>
              <a:spcAft>
                <a:spcPts val="0"/>
              </a:spcAft>
              <a:buSzPts val="4000"/>
              <a:buNone/>
              <a:defRPr sz="4000"/>
            </a:lvl2pPr>
            <a:lvl3pPr lvl="2" algn="ctr" rtl="0">
              <a:lnSpc>
                <a:spcPct val="100000"/>
              </a:lnSpc>
              <a:spcBef>
                <a:spcPts val="0"/>
              </a:spcBef>
              <a:spcAft>
                <a:spcPts val="0"/>
              </a:spcAft>
              <a:buSzPts val="4000"/>
              <a:buNone/>
              <a:defRPr sz="4000"/>
            </a:lvl3pPr>
            <a:lvl4pPr lvl="3" algn="ctr" rtl="0">
              <a:lnSpc>
                <a:spcPct val="100000"/>
              </a:lnSpc>
              <a:spcBef>
                <a:spcPts val="0"/>
              </a:spcBef>
              <a:spcAft>
                <a:spcPts val="0"/>
              </a:spcAft>
              <a:buSzPts val="4000"/>
              <a:buNone/>
              <a:defRPr sz="4000"/>
            </a:lvl4pPr>
            <a:lvl5pPr lvl="4" algn="ctr" rtl="0">
              <a:lnSpc>
                <a:spcPct val="100000"/>
              </a:lnSpc>
              <a:spcBef>
                <a:spcPts val="0"/>
              </a:spcBef>
              <a:spcAft>
                <a:spcPts val="0"/>
              </a:spcAft>
              <a:buSzPts val="4000"/>
              <a:buNone/>
              <a:defRPr sz="4000"/>
            </a:lvl5pPr>
            <a:lvl6pPr lvl="5" algn="ctr" rtl="0">
              <a:lnSpc>
                <a:spcPct val="100000"/>
              </a:lnSpc>
              <a:spcBef>
                <a:spcPts val="0"/>
              </a:spcBef>
              <a:spcAft>
                <a:spcPts val="0"/>
              </a:spcAft>
              <a:buSzPts val="4000"/>
              <a:buNone/>
              <a:defRPr sz="4000"/>
            </a:lvl6pPr>
            <a:lvl7pPr lvl="6" algn="ctr" rtl="0">
              <a:lnSpc>
                <a:spcPct val="100000"/>
              </a:lnSpc>
              <a:spcBef>
                <a:spcPts val="0"/>
              </a:spcBef>
              <a:spcAft>
                <a:spcPts val="0"/>
              </a:spcAft>
              <a:buSzPts val="4000"/>
              <a:buNone/>
              <a:defRPr sz="4000"/>
            </a:lvl7pPr>
            <a:lvl8pPr lvl="7" algn="ctr" rtl="0">
              <a:lnSpc>
                <a:spcPct val="100000"/>
              </a:lnSpc>
              <a:spcBef>
                <a:spcPts val="0"/>
              </a:spcBef>
              <a:spcAft>
                <a:spcPts val="0"/>
              </a:spcAft>
              <a:buSzPts val="4000"/>
              <a:buNone/>
              <a:defRPr sz="4000"/>
            </a:lvl8pPr>
            <a:lvl9pPr lvl="8" algn="ctr" rtl="0">
              <a:lnSpc>
                <a:spcPct val="100000"/>
              </a:lnSpc>
              <a:spcBef>
                <a:spcPts val="0"/>
              </a:spcBef>
              <a:spcAft>
                <a:spcPts val="0"/>
              </a:spcAft>
              <a:buSzPts val="4000"/>
              <a:buNone/>
              <a:defRPr sz="4000"/>
            </a:lvl9pPr>
          </a:lstStyle>
          <a:p>
            <a:pPr>
              <a:defRPr/>
            </a:pPr>
            <a:r>
              <a:rPr/>
              <a:t>xx%</a:t>
            </a:r>
            <a:endParaRPr/>
          </a:p>
        </p:txBody>
      </p:sp>
      <p:sp>
        <p:nvSpPr>
          <p:cNvPr id="25737530" name="Google Shape;286;p13"/>
          <p:cNvSpPr txBox="1"/>
          <p:nvPr>
            <p:ph type="title" idx="5"/>
          </p:nvPr>
        </p:nvSpPr>
        <p:spPr bwMode="auto">
          <a:xfrm>
            <a:off x="1533000" y="2231308"/>
            <a:ext cx="5234100" cy="3801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SzPts val="20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a:pPr>
              <a:defRPr/>
            </a:pPr>
            <a:endParaRPr/>
          </a:p>
        </p:txBody>
      </p:sp>
      <p:sp>
        <p:nvSpPr>
          <p:cNvPr id="910326005" name="Google Shape;287;p13"/>
          <p:cNvSpPr txBox="1"/>
          <p:nvPr>
            <p:ph type="subTitle" idx="6"/>
          </p:nvPr>
        </p:nvSpPr>
        <p:spPr bwMode="auto">
          <a:xfrm>
            <a:off x="1533000" y="2484975"/>
            <a:ext cx="5234100" cy="38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pPr>
              <a:defRPr/>
            </a:pPr>
            <a:endParaRPr/>
          </a:p>
        </p:txBody>
      </p:sp>
      <p:sp>
        <p:nvSpPr>
          <p:cNvPr id="1305893372" name="Google Shape;288;p13"/>
          <p:cNvSpPr txBox="1"/>
          <p:nvPr>
            <p:ph type="title" idx="7" hasCustomPrompt="1"/>
          </p:nvPr>
        </p:nvSpPr>
        <p:spPr bwMode="auto">
          <a:xfrm>
            <a:off x="720000" y="3209225"/>
            <a:ext cx="612600" cy="380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4000"/>
              <a:buNone/>
              <a:defRPr sz="2000"/>
            </a:lvl1pPr>
            <a:lvl2pPr lvl="1" algn="ctr" rtl="0">
              <a:lnSpc>
                <a:spcPct val="100000"/>
              </a:lnSpc>
              <a:spcBef>
                <a:spcPts val="0"/>
              </a:spcBef>
              <a:spcAft>
                <a:spcPts val="0"/>
              </a:spcAft>
              <a:buSzPts val="4000"/>
              <a:buNone/>
              <a:defRPr sz="4000"/>
            </a:lvl2pPr>
            <a:lvl3pPr lvl="2" algn="ctr" rtl="0">
              <a:lnSpc>
                <a:spcPct val="100000"/>
              </a:lnSpc>
              <a:spcBef>
                <a:spcPts val="0"/>
              </a:spcBef>
              <a:spcAft>
                <a:spcPts val="0"/>
              </a:spcAft>
              <a:buSzPts val="4000"/>
              <a:buNone/>
              <a:defRPr sz="4000"/>
            </a:lvl3pPr>
            <a:lvl4pPr lvl="3" algn="ctr" rtl="0">
              <a:lnSpc>
                <a:spcPct val="100000"/>
              </a:lnSpc>
              <a:spcBef>
                <a:spcPts val="0"/>
              </a:spcBef>
              <a:spcAft>
                <a:spcPts val="0"/>
              </a:spcAft>
              <a:buSzPts val="4000"/>
              <a:buNone/>
              <a:defRPr sz="4000"/>
            </a:lvl4pPr>
            <a:lvl5pPr lvl="4" algn="ctr" rtl="0">
              <a:lnSpc>
                <a:spcPct val="100000"/>
              </a:lnSpc>
              <a:spcBef>
                <a:spcPts val="0"/>
              </a:spcBef>
              <a:spcAft>
                <a:spcPts val="0"/>
              </a:spcAft>
              <a:buSzPts val="4000"/>
              <a:buNone/>
              <a:defRPr sz="4000"/>
            </a:lvl5pPr>
            <a:lvl6pPr lvl="5" algn="ctr" rtl="0">
              <a:lnSpc>
                <a:spcPct val="100000"/>
              </a:lnSpc>
              <a:spcBef>
                <a:spcPts val="0"/>
              </a:spcBef>
              <a:spcAft>
                <a:spcPts val="0"/>
              </a:spcAft>
              <a:buSzPts val="4000"/>
              <a:buNone/>
              <a:defRPr sz="4000"/>
            </a:lvl6pPr>
            <a:lvl7pPr lvl="6" algn="ctr" rtl="0">
              <a:lnSpc>
                <a:spcPct val="100000"/>
              </a:lnSpc>
              <a:spcBef>
                <a:spcPts val="0"/>
              </a:spcBef>
              <a:spcAft>
                <a:spcPts val="0"/>
              </a:spcAft>
              <a:buSzPts val="4000"/>
              <a:buNone/>
              <a:defRPr sz="4000"/>
            </a:lvl7pPr>
            <a:lvl8pPr lvl="7" algn="ctr" rtl="0">
              <a:lnSpc>
                <a:spcPct val="100000"/>
              </a:lnSpc>
              <a:spcBef>
                <a:spcPts val="0"/>
              </a:spcBef>
              <a:spcAft>
                <a:spcPts val="0"/>
              </a:spcAft>
              <a:buSzPts val="4000"/>
              <a:buNone/>
              <a:defRPr sz="4000"/>
            </a:lvl8pPr>
            <a:lvl9pPr lvl="8" algn="ctr" rtl="0">
              <a:lnSpc>
                <a:spcPct val="100000"/>
              </a:lnSpc>
              <a:spcBef>
                <a:spcPts val="0"/>
              </a:spcBef>
              <a:spcAft>
                <a:spcPts val="0"/>
              </a:spcAft>
              <a:buSzPts val="4000"/>
              <a:buNone/>
              <a:defRPr sz="4000"/>
            </a:lvl9pPr>
          </a:lstStyle>
          <a:p>
            <a:pPr>
              <a:defRPr/>
            </a:pPr>
            <a:r>
              <a:rPr/>
              <a:t>xx%</a:t>
            </a:r>
            <a:endParaRPr/>
          </a:p>
        </p:txBody>
      </p:sp>
      <p:sp>
        <p:nvSpPr>
          <p:cNvPr id="747570865" name="Google Shape;289;p13"/>
          <p:cNvSpPr txBox="1"/>
          <p:nvPr>
            <p:ph type="title" idx="8"/>
          </p:nvPr>
        </p:nvSpPr>
        <p:spPr bwMode="auto">
          <a:xfrm>
            <a:off x="1533000" y="3043575"/>
            <a:ext cx="4733399" cy="3801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SzPts val="20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a:pPr>
              <a:defRPr/>
            </a:pPr>
            <a:endParaRPr/>
          </a:p>
        </p:txBody>
      </p:sp>
      <p:sp>
        <p:nvSpPr>
          <p:cNvPr id="1072364689" name="Google Shape;290;p13"/>
          <p:cNvSpPr txBox="1"/>
          <p:nvPr>
            <p:ph type="subTitle" idx="9"/>
          </p:nvPr>
        </p:nvSpPr>
        <p:spPr bwMode="auto">
          <a:xfrm>
            <a:off x="1533000" y="3297244"/>
            <a:ext cx="4733399" cy="38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pPr>
              <a:defRPr/>
            </a:pPr>
            <a:endParaRPr/>
          </a:p>
        </p:txBody>
      </p:sp>
      <p:sp>
        <p:nvSpPr>
          <p:cNvPr id="2017523289" name="Google Shape;291;p13"/>
          <p:cNvSpPr txBox="1"/>
          <p:nvPr>
            <p:ph type="title" idx="13" hasCustomPrompt="1"/>
          </p:nvPr>
        </p:nvSpPr>
        <p:spPr bwMode="auto">
          <a:xfrm>
            <a:off x="720000" y="4021500"/>
            <a:ext cx="612600" cy="380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4000"/>
              <a:buNone/>
              <a:defRPr sz="2000"/>
            </a:lvl1pPr>
            <a:lvl2pPr lvl="1" algn="ctr" rtl="0">
              <a:lnSpc>
                <a:spcPct val="100000"/>
              </a:lnSpc>
              <a:spcBef>
                <a:spcPts val="0"/>
              </a:spcBef>
              <a:spcAft>
                <a:spcPts val="0"/>
              </a:spcAft>
              <a:buSzPts val="4000"/>
              <a:buNone/>
              <a:defRPr sz="4000"/>
            </a:lvl2pPr>
            <a:lvl3pPr lvl="2" algn="ctr" rtl="0">
              <a:lnSpc>
                <a:spcPct val="100000"/>
              </a:lnSpc>
              <a:spcBef>
                <a:spcPts val="0"/>
              </a:spcBef>
              <a:spcAft>
                <a:spcPts val="0"/>
              </a:spcAft>
              <a:buSzPts val="4000"/>
              <a:buNone/>
              <a:defRPr sz="4000"/>
            </a:lvl3pPr>
            <a:lvl4pPr lvl="3" algn="ctr" rtl="0">
              <a:lnSpc>
                <a:spcPct val="100000"/>
              </a:lnSpc>
              <a:spcBef>
                <a:spcPts val="0"/>
              </a:spcBef>
              <a:spcAft>
                <a:spcPts val="0"/>
              </a:spcAft>
              <a:buSzPts val="4000"/>
              <a:buNone/>
              <a:defRPr sz="4000"/>
            </a:lvl4pPr>
            <a:lvl5pPr lvl="4" algn="ctr" rtl="0">
              <a:lnSpc>
                <a:spcPct val="100000"/>
              </a:lnSpc>
              <a:spcBef>
                <a:spcPts val="0"/>
              </a:spcBef>
              <a:spcAft>
                <a:spcPts val="0"/>
              </a:spcAft>
              <a:buSzPts val="4000"/>
              <a:buNone/>
              <a:defRPr sz="4000"/>
            </a:lvl5pPr>
            <a:lvl6pPr lvl="5" algn="ctr" rtl="0">
              <a:lnSpc>
                <a:spcPct val="100000"/>
              </a:lnSpc>
              <a:spcBef>
                <a:spcPts val="0"/>
              </a:spcBef>
              <a:spcAft>
                <a:spcPts val="0"/>
              </a:spcAft>
              <a:buSzPts val="4000"/>
              <a:buNone/>
              <a:defRPr sz="4000"/>
            </a:lvl6pPr>
            <a:lvl7pPr lvl="6" algn="ctr" rtl="0">
              <a:lnSpc>
                <a:spcPct val="100000"/>
              </a:lnSpc>
              <a:spcBef>
                <a:spcPts val="0"/>
              </a:spcBef>
              <a:spcAft>
                <a:spcPts val="0"/>
              </a:spcAft>
              <a:buSzPts val="4000"/>
              <a:buNone/>
              <a:defRPr sz="4000"/>
            </a:lvl7pPr>
            <a:lvl8pPr lvl="7" algn="ctr" rtl="0">
              <a:lnSpc>
                <a:spcPct val="100000"/>
              </a:lnSpc>
              <a:spcBef>
                <a:spcPts val="0"/>
              </a:spcBef>
              <a:spcAft>
                <a:spcPts val="0"/>
              </a:spcAft>
              <a:buSzPts val="4000"/>
              <a:buNone/>
              <a:defRPr sz="4000"/>
            </a:lvl8pPr>
            <a:lvl9pPr lvl="8" algn="ctr" rtl="0">
              <a:lnSpc>
                <a:spcPct val="100000"/>
              </a:lnSpc>
              <a:spcBef>
                <a:spcPts val="0"/>
              </a:spcBef>
              <a:spcAft>
                <a:spcPts val="0"/>
              </a:spcAft>
              <a:buSzPts val="4000"/>
              <a:buNone/>
              <a:defRPr sz="4000"/>
            </a:lvl9pPr>
          </a:lstStyle>
          <a:p>
            <a:pPr>
              <a:defRPr/>
            </a:pPr>
            <a:r>
              <a:rPr/>
              <a:t>xx%</a:t>
            </a:r>
            <a:endParaRPr/>
          </a:p>
        </p:txBody>
      </p:sp>
      <p:sp>
        <p:nvSpPr>
          <p:cNvPr id="657987223" name="Google Shape;292;p13"/>
          <p:cNvSpPr txBox="1"/>
          <p:nvPr>
            <p:ph type="title" idx="14"/>
          </p:nvPr>
        </p:nvSpPr>
        <p:spPr bwMode="auto">
          <a:xfrm>
            <a:off x="1533000" y="3862912"/>
            <a:ext cx="4733399" cy="3801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SzPts val="20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a:pPr>
              <a:defRPr/>
            </a:pPr>
            <a:endParaRPr/>
          </a:p>
        </p:txBody>
      </p:sp>
      <p:sp>
        <p:nvSpPr>
          <p:cNvPr id="1649342400" name="Google Shape;293;p13"/>
          <p:cNvSpPr txBox="1"/>
          <p:nvPr>
            <p:ph type="subTitle" idx="15"/>
          </p:nvPr>
        </p:nvSpPr>
        <p:spPr bwMode="auto">
          <a:xfrm>
            <a:off x="1533000" y="4109524"/>
            <a:ext cx="4733399" cy="38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pPr>
              <a:defRPr/>
            </a:pPr>
            <a:endParaRPr/>
          </a:p>
        </p:txBody>
      </p:sp>
      <p:grpSp>
        <p:nvGrpSpPr>
          <p:cNvPr id="1815258069" name="Google Shape;294;p13"/>
          <p:cNvGrpSpPr/>
          <p:nvPr/>
        </p:nvGrpSpPr>
        <p:grpSpPr bwMode="auto">
          <a:xfrm flipH="1">
            <a:off x="7899797" y="190343"/>
            <a:ext cx="222629" cy="215744"/>
            <a:chOff x="1811800" y="3511500"/>
            <a:chExt cx="133175" cy="133200"/>
          </a:xfrm>
        </p:grpSpPr>
        <p:sp>
          <p:nvSpPr>
            <p:cNvPr id="295" name="Google Shape;295;p13"/>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96" name="Google Shape;296;p13"/>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755726690" name="Google Shape;297;p13"/>
          <p:cNvGrpSpPr/>
          <p:nvPr/>
        </p:nvGrpSpPr>
        <p:grpSpPr bwMode="auto">
          <a:xfrm flipH="1">
            <a:off x="1234725" y="690375"/>
            <a:ext cx="133175" cy="133200"/>
            <a:chOff x="1811800" y="3511500"/>
            <a:chExt cx="133175" cy="133200"/>
          </a:xfrm>
        </p:grpSpPr>
        <p:sp>
          <p:nvSpPr>
            <p:cNvPr id="298" name="Google Shape;298;p13"/>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99" name="Google Shape;299;p13"/>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801805532" name="Google Shape;300;p13"/>
          <p:cNvGrpSpPr/>
          <p:nvPr/>
        </p:nvGrpSpPr>
        <p:grpSpPr bwMode="auto">
          <a:xfrm flipH="1">
            <a:off x="3499550" y="316163"/>
            <a:ext cx="133175" cy="133200"/>
            <a:chOff x="1811800" y="3511500"/>
            <a:chExt cx="133175" cy="133200"/>
          </a:xfrm>
        </p:grpSpPr>
        <p:sp>
          <p:nvSpPr>
            <p:cNvPr id="301" name="Google Shape;301;p13"/>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302" name="Google Shape;302;p13"/>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925992229" name="Google Shape;303;p13"/>
          <p:cNvGrpSpPr/>
          <p:nvPr/>
        </p:nvGrpSpPr>
        <p:grpSpPr bwMode="auto">
          <a:xfrm flipH="1">
            <a:off x="7282706" y="991791"/>
            <a:ext cx="73925" cy="73939"/>
            <a:chOff x="1811800" y="3511500"/>
            <a:chExt cx="133175" cy="133200"/>
          </a:xfrm>
        </p:grpSpPr>
        <p:sp>
          <p:nvSpPr>
            <p:cNvPr id="304" name="Google Shape;304;p13"/>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305" name="Google Shape;305;p13"/>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820419245" name="Google Shape;306;p13"/>
          <p:cNvGrpSpPr/>
          <p:nvPr/>
        </p:nvGrpSpPr>
        <p:grpSpPr bwMode="auto">
          <a:xfrm flipH="1">
            <a:off x="195122" y="2463880"/>
            <a:ext cx="222629" cy="215744"/>
            <a:chOff x="1811800" y="3511500"/>
            <a:chExt cx="133175" cy="133200"/>
          </a:xfrm>
        </p:grpSpPr>
        <p:sp>
          <p:nvSpPr>
            <p:cNvPr id="307" name="Google Shape;307;p13"/>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308" name="Google Shape;308;p13"/>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845015523" name="Google Shape;309;p13"/>
          <p:cNvGrpSpPr/>
          <p:nvPr/>
        </p:nvGrpSpPr>
        <p:grpSpPr bwMode="auto">
          <a:xfrm flipH="1">
            <a:off x="8721450" y="3092963"/>
            <a:ext cx="133175" cy="133200"/>
            <a:chOff x="1811800" y="3511500"/>
            <a:chExt cx="133175" cy="133200"/>
          </a:xfrm>
        </p:grpSpPr>
        <p:sp>
          <p:nvSpPr>
            <p:cNvPr id="310" name="Google Shape;310;p13"/>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311" name="Google Shape;311;p13"/>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401424953" name="Google Shape;312;p13"/>
          <p:cNvGrpSpPr/>
          <p:nvPr/>
        </p:nvGrpSpPr>
        <p:grpSpPr bwMode="auto">
          <a:xfrm flipH="1">
            <a:off x="6469706" y="4848666"/>
            <a:ext cx="73925" cy="73939"/>
            <a:chOff x="1811800" y="3511500"/>
            <a:chExt cx="133175" cy="133200"/>
          </a:xfrm>
        </p:grpSpPr>
        <p:sp>
          <p:nvSpPr>
            <p:cNvPr id="313" name="Google Shape;313;p13"/>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314" name="Google Shape;314;p13"/>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883297440" name="Google Shape;315;p13"/>
          <p:cNvGrpSpPr/>
          <p:nvPr/>
        </p:nvGrpSpPr>
        <p:grpSpPr bwMode="auto">
          <a:xfrm flipH="1">
            <a:off x="1234725" y="4715475"/>
            <a:ext cx="133175" cy="133200"/>
            <a:chOff x="1811800" y="3511500"/>
            <a:chExt cx="133175" cy="133200"/>
          </a:xfrm>
        </p:grpSpPr>
        <p:sp>
          <p:nvSpPr>
            <p:cNvPr id="316" name="Google Shape;316;p13"/>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317" name="Google Shape;317;p13"/>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1" preserve="0" showMasterPhAnim="0" showMasterSp="1" userDrawn="1">
  <p:cSld name="CUSTOM_13">
    <p:spTree>
      <p:nvGrpSpPr>
        <p:cNvPr id="1" name=""/>
        <p:cNvGrpSpPr/>
        <p:nvPr/>
      </p:nvGrpSpPr>
      <p:grpSpPr bwMode="auto">
        <a:xfrm>
          <a:off x="0" y="0"/>
          <a:ext cx="0" cy="0"/>
          <a:chOff x="0" y="0"/>
          <a:chExt cx="0" cy="0"/>
        </a:xfrm>
      </p:grpSpPr>
      <p:grpSp>
        <p:nvGrpSpPr>
          <p:cNvPr id="2072609136" name="Google Shape;738;p26"/>
          <p:cNvGrpSpPr/>
          <p:nvPr/>
        </p:nvGrpSpPr>
        <p:grpSpPr bwMode="auto">
          <a:xfrm>
            <a:off x="4412107" y="344375"/>
            <a:ext cx="4192589" cy="4584768"/>
            <a:chOff x="239639" y="344375"/>
            <a:chExt cx="4192589" cy="4584768"/>
          </a:xfrm>
        </p:grpSpPr>
        <p:grpSp>
          <p:nvGrpSpPr>
            <p:cNvPr id="739" name="Google Shape;739;p26"/>
            <p:cNvGrpSpPr/>
            <p:nvPr/>
          </p:nvGrpSpPr>
          <p:grpSpPr bwMode="auto">
            <a:xfrm>
              <a:off x="4209600" y="4603993"/>
              <a:ext cx="222629" cy="215744"/>
              <a:chOff x="1811800" y="3511500"/>
              <a:chExt cx="133175" cy="133200"/>
            </a:xfrm>
          </p:grpSpPr>
          <p:sp>
            <p:nvSpPr>
              <p:cNvPr id="740" name="Google Shape;740;p26"/>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sp>
            <p:nvSpPr>
              <p:cNvPr id="741" name="Google Shape;741;p26"/>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grpSp>
        <p:grpSp>
          <p:nvGrpSpPr>
            <p:cNvPr id="742" name="Google Shape;742;p26"/>
            <p:cNvGrpSpPr/>
            <p:nvPr/>
          </p:nvGrpSpPr>
          <p:grpSpPr bwMode="auto">
            <a:xfrm flipH="1">
              <a:off x="1318564" y="344375"/>
              <a:ext cx="133175" cy="133200"/>
              <a:chOff x="1811800" y="3511500"/>
              <a:chExt cx="133175" cy="133200"/>
            </a:xfrm>
          </p:grpSpPr>
          <p:sp>
            <p:nvSpPr>
              <p:cNvPr id="743" name="Google Shape;743;p26"/>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sp>
            <p:nvSpPr>
              <p:cNvPr id="744" name="Google Shape;744;p26"/>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grpSp>
        <p:grpSp>
          <p:nvGrpSpPr>
            <p:cNvPr id="745" name="Google Shape;745;p26"/>
            <p:cNvGrpSpPr/>
            <p:nvPr/>
          </p:nvGrpSpPr>
          <p:grpSpPr bwMode="auto">
            <a:xfrm flipH="1">
              <a:off x="239639" y="1376050"/>
              <a:ext cx="133175" cy="133200"/>
              <a:chOff x="1811800" y="3511500"/>
              <a:chExt cx="133175" cy="133200"/>
            </a:xfrm>
          </p:grpSpPr>
          <p:sp>
            <p:nvSpPr>
              <p:cNvPr id="746" name="Google Shape;746;p26"/>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sp>
            <p:nvSpPr>
              <p:cNvPr id="747" name="Google Shape;747;p26"/>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grpSp>
        <p:grpSp>
          <p:nvGrpSpPr>
            <p:cNvPr id="748" name="Google Shape;748;p26"/>
            <p:cNvGrpSpPr/>
            <p:nvPr/>
          </p:nvGrpSpPr>
          <p:grpSpPr bwMode="auto">
            <a:xfrm>
              <a:off x="3636900" y="344375"/>
              <a:ext cx="133175" cy="133200"/>
              <a:chOff x="1811800" y="3511500"/>
              <a:chExt cx="133175" cy="133200"/>
            </a:xfrm>
          </p:grpSpPr>
          <p:sp>
            <p:nvSpPr>
              <p:cNvPr id="749" name="Google Shape;749;p26"/>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sp>
            <p:nvSpPr>
              <p:cNvPr id="750" name="Google Shape;750;p26"/>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grpSp>
        <p:grpSp>
          <p:nvGrpSpPr>
            <p:cNvPr id="751" name="Google Shape;751;p26"/>
            <p:cNvGrpSpPr/>
            <p:nvPr/>
          </p:nvGrpSpPr>
          <p:grpSpPr bwMode="auto">
            <a:xfrm>
              <a:off x="269269" y="4209366"/>
              <a:ext cx="73925" cy="73939"/>
              <a:chOff x="1811800" y="3511500"/>
              <a:chExt cx="133175" cy="133200"/>
            </a:xfrm>
          </p:grpSpPr>
          <p:sp>
            <p:nvSpPr>
              <p:cNvPr id="752" name="Google Shape;752;p26"/>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sp>
            <p:nvSpPr>
              <p:cNvPr id="753" name="Google Shape;753;p26"/>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grpSp>
        <p:grpSp>
          <p:nvGrpSpPr>
            <p:cNvPr id="754" name="Google Shape;754;p26"/>
            <p:cNvGrpSpPr/>
            <p:nvPr/>
          </p:nvGrpSpPr>
          <p:grpSpPr bwMode="auto">
            <a:xfrm flipH="1">
              <a:off x="2258320" y="4855204"/>
              <a:ext cx="73925" cy="73939"/>
              <a:chOff x="1811800" y="3511500"/>
              <a:chExt cx="133175" cy="133200"/>
            </a:xfrm>
          </p:grpSpPr>
          <p:sp>
            <p:nvSpPr>
              <p:cNvPr id="755" name="Google Shape;755;p26"/>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sp>
            <p:nvSpPr>
              <p:cNvPr id="756" name="Google Shape;756;p26"/>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grpSp>
        <p:grpSp>
          <p:nvGrpSpPr>
            <p:cNvPr id="757" name="Google Shape;757;p26"/>
            <p:cNvGrpSpPr/>
            <p:nvPr/>
          </p:nvGrpSpPr>
          <p:grpSpPr bwMode="auto">
            <a:xfrm>
              <a:off x="2584656" y="947188"/>
              <a:ext cx="264872" cy="255398"/>
              <a:chOff x="1811800" y="3511500"/>
              <a:chExt cx="133175" cy="133200"/>
            </a:xfrm>
          </p:grpSpPr>
          <p:sp>
            <p:nvSpPr>
              <p:cNvPr id="758" name="Google Shape;758;p26"/>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sp>
            <p:nvSpPr>
              <p:cNvPr id="759" name="Google Shape;759;p26"/>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r" rtl="0">
                  <a:spcBef>
                    <a:spcPts val="0"/>
                  </a:spcBef>
                  <a:spcAft>
                    <a:spcPts val="0"/>
                  </a:spcAft>
                  <a:buNone/>
                  <a:defRPr/>
                </a:pPr>
                <a:endParaRPr/>
              </a:p>
            </p:txBody>
          </p:sp>
        </p:grpSp>
      </p:grpSp>
      <p:sp>
        <p:nvSpPr>
          <p:cNvPr id="173375596" name="Google Shape;760;p26"/>
          <p:cNvSpPr txBox="1"/>
          <p:nvPr>
            <p:ph type="title"/>
          </p:nvPr>
        </p:nvSpPr>
        <p:spPr bwMode="auto">
          <a:xfrm>
            <a:off x="4892469" y="1466199"/>
            <a:ext cx="3527699"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pPr>
              <a:defRPr/>
            </a:pPr>
            <a:endParaRPr/>
          </a:p>
        </p:txBody>
      </p:sp>
      <p:sp>
        <p:nvSpPr>
          <p:cNvPr id="1223883026" name="Google Shape;761;p26"/>
          <p:cNvSpPr txBox="1"/>
          <p:nvPr>
            <p:ph type="subTitle" idx="1"/>
          </p:nvPr>
        </p:nvSpPr>
        <p:spPr bwMode="auto">
          <a:xfrm>
            <a:off x="4892469" y="2287425"/>
            <a:ext cx="3527699" cy="1618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16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pPr>
              <a:defRPr/>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ackground" preserve="0" showMasterPhAnim="0" showMasterSp="1" userDrawn="1">
  <p:cSld name="CUSTOM_9">
    <p:spTree>
      <p:nvGrpSpPr>
        <p:cNvPr id="1" name=""/>
        <p:cNvGrpSpPr/>
        <p:nvPr/>
      </p:nvGrpSpPr>
      <p:grpSpPr bwMode="auto">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ackground 1" preserve="0" showMasterPhAnim="0" showMasterSp="1" userDrawn="1">
  <p:cSld name="CUSTOM_9_1">
    <p:spTree>
      <p:nvGrpSpPr>
        <p:cNvPr id="1" name=""/>
        <p:cNvGrpSpPr/>
        <p:nvPr/>
      </p:nvGrpSpPr>
      <p:grpSpPr bwMode="auto">
        <a:xfrm>
          <a:off x="0" y="0"/>
          <a:ext cx="0" cy="0"/>
          <a:chOff x="0" y="0"/>
          <a:chExt cx="0" cy="0"/>
        </a:xfrm>
      </p:grpSpPr>
      <p:grpSp>
        <p:nvGrpSpPr>
          <p:cNvPr id="1815520038" name="Google Shape;1292;p47"/>
          <p:cNvGrpSpPr/>
          <p:nvPr/>
        </p:nvGrpSpPr>
        <p:grpSpPr bwMode="auto">
          <a:xfrm rot="10800000">
            <a:off x="8046000" y="672215"/>
            <a:ext cx="133175" cy="133200"/>
            <a:chOff x="1811800" y="3511500"/>
            <a:chExt cx="133175" cy="133200"/>
          </a:xfrm>
        </p:grpSpPr>
        <p:sp>
          <p:nvSpPr>
            <p:cNvPr id="1293" name="Google Shape;1293;p4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94" name="Google Shape;1294;p4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635021324" name="Google Shape;1295;p47"/>
          <p:cNvGrpSpPr/>
          <p:nvPr/>
        </p:nvGrpSpPr>
        <p:grpSpPr bwMode="auto">
          <a:xfrm rot="10800000">
            <a:off x="7823372" y="4766853"/>
            <a:ext cx="222629" cy="215744"/>
            <a:chOff x="1811800" y="3511500"/>
            <a:chExt cx="133175" cy="133200"/>
          </a:xfrm>
        </p:grpSpPr>
        <p:sp>
          <p:nvSpPr>
            <p:cNvPr id="1296" name="Google Shape;1296;p4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97" name="Google Shape;1297;p4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482338659" name="Google Shape;1298;p47"/>
          <p:cNvGrpSpPr/>
          <p:nvPr/>
        </p:nvGrpSpPr>
        <p:grpSpPr bwMode="auto">
          <a:xfrm rot="10800000">
            <a:off x="8185600" y="3343140"/>
            <a:ext cx="133175" cy="133200"/>
            <a:chOff x="1811800" y="3511500"/>
            <a:chExt cx="133175" cy="133200"/>
          </a:xfrm>
        </p:grpSpPr>
        <p:sp>
          <p:nvSpPr>
            <p:cNvPr id="1299" name="Google Shape;1299;p4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00" name="Google Shape;1300;p4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496997490" name="Google Shape;1301;p47"/>
          <p:cNvGrpSpPr/>
          <p:nvPr/>
        </p:nvGrpSpPr>
        <p:grpSpPr bwMode="auto">
          <a:xfrm rot="10800000">
            <a:off x="1158300" y="4349365"/>
            <a:ext cx="133175" cy="133200"/>
            <a:chOff x="1811800" y="3511500"/>
            <a:chExt cx="133175" cy="133200"/>
          </a:xfrm>
        </p:grpSpPr>
        <p:sp>
          <p:nvSpPr>
            <p:cNvPr id="1302" name="Google Shape;1302;p4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03" name="Google Shape;1303;p4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479384099" name="Google Shape;1304;p47"/>
          <p:cNvGrpSpPr/>
          <p:nvPr/>
        </p:nvGrpSpPr>
        <p:grpSpPr bwMode="auto">
          <a:xfrm rot="10800000">
            <a:off x="646638" y="3075040"/>
            <a:ext cx="133175" cy="133200"/>
            <a:chOff x="1811800" y="3511500"/>
            <a:chExt cx="133175" cy="133200"/>
          </a:xfrm>
        </p:grpSpPr>
        <p:sp>
          <p:nvSpPr>
            <p:cNvPr id="1305" name="Google Shape;1305;p4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06" name="Google Shape;1306;p4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39018871" name="Google Shape;1307;p47"/>
          <p:cNvGrpSpPr/>
          <p:nvPr/>
        </p:nvGrpSpPr>
        <p:grpSpPr bwMode="auto">
          <a:xfrm rot="10800000">
            <a:off x="3423125" y="4723577"/>
            <a:ext cx="133175" cy="133200"/>
            <a:chOff x="1811800" y="3511500"/>
            <a:chExt cx="133175" cy="133200"/>
          </a:xfrm>
        </p:grpSpPr>
        <p:sp>
          <p:nvSpPr>
            <p:cNvPr id="1308" name="Google Shape;1308;p4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09" name="Google Shape;1309;p4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315780559" name="Google Shape;1310;p47"/>
          <p:cNvGrpSpPr/>
          <p:nvPr/>
        </p:nvGrpSpPr>
        <p:grpSpPr bwMode="auto">
          <a:xfrm rot="10800000">
            <a:off x="7206281" y="4107209"/>
            <a:ext cx="73925" cy="73939"/>
            <a:chOff x="1811800" y="3511500"/>
            <a:chExt cx="133175" cy="133200"/>
          </a:xfrm>
        </p:grpSpPr>
        <p:sp>
          <p:nvSpPr>
            <p:cNvPr id="1311" name="Google Shape;1311;p4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12" name="Google Shape;1312;p4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499193557" name="Google Shape;1313;p47"/>
          <p:cNvGrpSpPr/>
          <p:nvPr/>
        </p:nvGrpSpPr>
        <p:grpSpPr bwMode="auto">
          <a:xfrm rot="10800000">
            <a:off x="283369" y="862747"/>
            <a:ext cx="73925" cy="73939"/>
            <a:chOff x="1811800" y="3511500"/>
            <a:chExt cx="133175" cy="133200"/>
          </a:xfrm>
        </p:grpSpPr>
        <p:sp>
          <p:nvSpPr>
            <p:cNvPr id="1314" name="Google Shape;1314;p4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15" name="Google Shape;1315;p4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838740337" name="Google Shape;1316;p47"/>
          <p:cNvGrpSpPr/>
          <p:nvPr/>
        </p:nvGrpSpPr>
        <p:grpSpPr bwMode="auto">
          <a:xfrm rot="10800000">
            <a:off x="2512949" y="193640"/>
            <a:ext cx="133175" cy="133200"/>
            <a:chOff x="1811800" y="3511500"/>
            <a:chExt cx="133175" cy="133200"/>
          </a:xfrm>
        </p:grpSpPr>
        <p:sp>
          <p:nvSpPr>
            <p:cNvPr id="1317" name="Google Shape;1317;p4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18" name="Google Shape;1318;p4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641188850" name="Google Shape;1319;p47"/>
          <p:cNvGrpSpPr/>
          <p:nvPr/>
        </p:nvGrpSpPr>
        <p:grpSpPr bwMode="auto">
          <a:xfrm rot="10800000">
            <a:off x="4976731" y="119709"/>
            <a:ext cx="73925" cy="73939"/>
            <a:chOff x="1811800" y="3511500"/>
            <a:chExt cx="133175" cy="133200"/>
          </a:xfrm>
        </p:grpSpPr>
        <p:sp>
          <p:nvSpPr>
            <p:cNvPr id="1320" name="Google Shape;1320;p47"/>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21" name="Google Shape;1321;p47"/>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ackground 2" preserve="0" showMasterPhAnim="0" showMasterSp="1" userDrawn="1">
  <p:cSld name="CUSTOM_9_1_1">
    <p:spTree>
      <p:nvGrpSpPr>
        <p:cNvPr id="1" name=""/>
        <p:cNvGrpSpPr/>
        <p:nvPr/>
      </p:nvGrpSpPr>
      <p:grpSpPr bwMode="auto">
        <a:xfrm>
          <a:off x="0" y="0"/>
          <a:ext cx="0" cy="0"/>
          <a:chOff x="0" y="0"/>
          <a:chExt cx="0" cy="0"/>
        </a:xfrm>
      </p:grpSpPr>
      <p:grpSp>
        <p:nvGrpSpPr>
          <p:cNvPr id="648183510" name="Google Shape;1323;p48"/>
          <p:cNvGrpSpPr/>
          <p:nvPr/>
        </p:nvGrpSpPr>
        <p:grpSpPr bwMode="auto">
          <a:xfrm>
            <a:off x="1156494" y="3781455"/>
            <a:ext cx="105394" cy="105414"/>
            <a:chOff x="1811800" y="3511500"/>
            <a:chExt cx="133175" cy="133200"/>
          </a:xfrm>
        </p:grpSpPr>
        <p:sp>
          <p:nvSpPr>
            <p:cNvPr id="1324" name="Google Shape;1324;p48"/>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25" name="Google Shape;1325;p48"/>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631934707" name="Google Shape;1326;p48"/>
          <p:cNvGrpSpPr/>
          <p:nvPr/>
        </p:nvGrpSpPr>
        <p:grpSpPr bwMode="auto">
          <a:xfrm>
            <a:off x="309281" y="4456539"/>
            <a:ext cx="264872" cy="255398"/>
            <a:chOff x="1811800" y="3511500"/>
            <a:chExt cx="133175" cy="133200"/>
          </a:xfrm>
        </p:grpSpPr>
        <p:sp>
          <p:nvSpPr>
            <p:cNvPr id="1327" name="Google Shape;1327;p48"/>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28" name="Google Shape;1328;p48"/>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343300451" name="Google Shape;1329;p48"/>
          <p:cNvGrpSpPr/>
          <p:nvPr/>
        </p:nvGrpSpPr>
        <p:grpSpPr bwMode="auto">
          <a:xfrm>
            <a:off x="1154720" y="73489"/>
            <a:ext cx="176191" cy="170749"/>
            <a:chOff x="1811800" y="3511500"/>
            <a:chExt cx="133175" cy="133200"/>
          </a:xfrm>
        </p:grpSpPr>
        <p:sp>
          <p:nvSpPr>
            <p:cNvPr id="1330" name="Google Shape;1330;p48"/>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31" name="Google Shape;1331;p48"/>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83324309" name="Google Shape;1332;p48"/>
          <p:cNvGrpSpPr/>
          <p:nvPr/>
        </p:nvGrpSpPr>
        <p:grpSpPr bwMode="auto">
          <a:xfrm>
            <a:off x="761828" y="1257264"/>
            <a:ext cx="105394" cy="105414"/>
            <a:chOff x="1811800" y="3511500"/>
            <a:chExt cx="133175" cy="133200"/>
          </a:xfrm>
        </p:grpSpPr>
        <p:sp>
          <p:nvSpPr>
            <p:cNvPr id="1333" name="Google Shape;1333;p48"/>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34" name="Google Shape;1334;p48"/>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682345917" name="Google Shape;1335;p48"/>
          <p:cNvGrpSpPr/>
          <p:nvPr/>
        </p:nvGrpSpPr>
        <p:grpSpPr bwMode="auto">
          <a:xfrm>
            <a:off x="2186800" y="654338"/>
            <a:ext cx="58504" cy="58515"/>
            <a:chOff x="1811800" y="3511500"/>
            <a:chExt cx="133175" cy="133200"/>
          </a:xfrm>
        </p:grpSpPr>
        <p:sp>
          <p:nvSpPr>
            <p:cNvPr id="1336" name="Google Shape;1336;p48"/>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37" name="Google Shape;1337;p48"/>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914422604" name="Google Shape;1338;p48"/>
          <p:cNvGrpSpPr/>
          <p:nvPr/>
        </p:nvGrpSpPr>
        <p:grpSpPr bwMode="auto">
          <a:xfrm>
            <a:off x="2171368" y="4846091"/>
            <a:ext cx="73925" cy="73939"/>
            <a:chOff x="1811800" y="3511500"/>
            <a:chExt cx="133175" cy="133200"/>
          </a:xfrm>
        </p:grpSpPr>
        <p:sp>
          <p:nvSpPr>
            <p:cNvPr id="1339" name="Google Shape;1339;p48"/>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40" name="Google Shape;1340;p48"/>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ackground 3" preserve="0" showMasterPhAnim="0" showMasterSp="1" userDrawn="1">
  <p:cSld name="CUSTOM_9_1_1_1">
    <p:spTree>
      <p:nvGrpSpPr>
        <p:cNvPr id="1" name=""/>
        <p:cNvGrpSpPr/>
        <p:nvPr/>
      </p:nvGrpSpPr>
      <p:grpSpPr bwMode="auto">
        <a:xfrm>
          <a:off x="0" y="0"/>
          <a:ext cx="0" cy="0"/>
          <a:chOff x="0" y="0"/>
          <a:chExt cx="0" cy="0"/>
        </a:xfrm>
      </p:grpSpPr>
      <p:grpSp>
        <p:nvGrpSpPr>
          <p:cNvPr id="1809046213" name="Google Shape;1342;p49"/>
          <p:cNvGrpSpPr/>
          <p:nvPr/>
        </p:nvGrpSpPr>
        <p:grpSpPr bwMode="auto">
          <a:xfrm flipH="1">
            <a:off x="7636315" y="153194"/>
            <a:ext cx="96885" cy="96903"/>
            <a:chOff x="1811800" y="3511500"/>
            <a:chExt cx="133175" cy="133200"/>
          </a:xfrm>
        </p:grpSpPr>
        <p:sp>
          <p:nvSpPr>
            <p:cNvPr id="1343" name="Google Shape;1343;p49"/>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44" name="Google Shape;1344;p49"/>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71080607" name="Google Shape;1345;p49"/>
          <p:cNvGrpSpPr/>
          <p:nvPr/>
        </p:nvGrpSpPr>
        <p:grpSpPr bwMode="auto">
          <a:xfrm flipH="1">
            <a:off x="1083293" y="3530005"/>
            <a:ext cx="192704" cy="185801"/>
            <a:chOff x="1811800" y="3511500"/>
            <a:chExt cx="133175" cy="133200"/>
          </a:xfrm>
        </p:grpSpPr>
        <p:sp>
          <p:nvSpPr>
            <p:cNvPr id="1346" name="Google Shape;1346;p49"/>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47" name="Google Shape;1347;p49"/>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356585559" name="Google Shape;1348;p49"/>
          <p:cNvGrpSpPr/>
          <p:nvPr/>
        </p:nvGrpSpPr>
        <p:grpSpPr bwMode="auto">
          <a:xfrm flipH="1">
            <a:off x="6591461" y="250102"/>
            <a:ext cx="161967" cy="156963"/>
            <a:chOff x="1811800" y="3511500"/>
            <a:chExt cx="133175" cy="133200"/>
          </a:xfrm>
        </p:grpSpPr>
        <p:sp>
          <p:nvSpPr>
            <p:cNvPr id="1349" name="Google Shape;1349;p49"/>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50" name="Google Shape;1350;p49"/>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796793831" name="Google Shape;1351;p49"/>
          <p:cNvGrpSpPr/>
          <p:nvPr/>
        </p:nvGrpSpPr>
        <p:grpSpPr bwMode="auto">
          <a:xfrm flipH="1">
            <a:off x="375172" y="2828308"/>
            <a:ext cx="96885" cy="96903"/>
            <a:chOff x="1811800" y="3511500"/>
            <a:chExt cx="133175" cy="133200"/>
          </a:xfrm>
        </p:grpSpPr>
        <p:sp>
          <p:nvSpPr>
            <p:cNvPr id="1352" name="Google Shape;1352;p49"/>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53" name="Google Shape;1353;p49"/>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560278660" name="Google Shape;1354;p49"/>
          <p:cNvGrpSpPr/>
          <p:nvPr/>
        </p:nvGrpSpPr>
        <p:grpSpPr bwMode="auto">
          <a:xfrm flipH="1">
            <a:off x="5863808" y="656176"/>
            <a:ext cx="53776" cy="53786"/>
            <a:chOff x="1811800" y="3511500"/>
            <a:chExt cx="133175" cy="133200"/>
          </a:xfrm>
        </p:grpSpPr>
        <p:sp>
          <p:nvSpPr>
            <p:cNvPr id="1355" name="Google Shape;1355;p49"/>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56" name="Google Shape;1356;p49"/>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972356214" name="Google Shape;1357;p49"/>
          <p:cNvGrpSpPr/>
          <p:nvPr/>
        </p:nvGrpSpPr>
        <p:grpSpPr bwMode="auto">
          <a:xfrm flipH="1">
            <a:off x="110946" y="4480789"/>
            <a:ext cx="53776" cy="53786"/>
            <a:chOff x="1811800" y="3511500"/>
            <a:chExt cx="133175" cy="133200"/>
          </a:xfrm>
        </p:grpSpPr>
        <p:sp>
          <p:nvSpPr>
            <p:cNvPr id="1358" name="Google Shape;1358;p49"/>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59" name="Google Shape;1359;p49"/>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582365752" name="Google Shape;1360;p49"/>
          <p:cNvGrpSpPr/>
          <p:nvPr/>
        </p:nvGrpSpPr>
        <p:grpSpPr bwMode="auto">
          <a:xfrm flipH="1">
            <a:off x="1732940" y="4924563"/>
            <a:ext cx="96885" cy="96903"/>
            <a:chOff x="1811800" y="3511500"/>
            <a:chExt cx="133175" cy="133200"/>
          </a:xfrm>
        </p:grpSpPr>
        <p:sp>
          <p:nvSpPr>
            <p:cNvPr id="1361" name="Google Shape;1361;p49"/>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62" name="Google Shape;1362;p49"/>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2102071156" name="Google Shape;1363;p49"/>
          <p:cNvGrpSpPr/>
          <p:nvPr/>
        </p:nvGrpSpPr>
        <p:grpSpPr bwMode="auto">
          <a:xfrm flipH="1">
            <a:off x="8430731" y="1206994"/>
            <a:ext cx="204863" cy="204954"/>
            <a:chOff x="1811800" y="3511500"/>
            <a:chExt cx="133175" cy="133200"/>
          </a:xfrm>
        </p:grpSpPr>
        <p:sp>
          <p:nvSpPr>
            <p:cNvPr id="1364" name="Google Shape;1364;p49"/>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65" name="Google Shape;1365;p49"/>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simple-light-2">
    <p:bg>
      <p:bgPr shadeToTitle="0">
        <a:solidFill>
          <a:schemeClr val="accent3"/>
        </a:solidFill>
      </p:bgPr>
    </p:bg>
    <p:spTree>
      <p:nvGrpSpPr>
        <p:cNvPr id="1" name=""/>
        <p:cNvGrpSpPr/>
        <p:nvPr/>
      </p:nvGrpSpPr>
      <p:grpSpPr bwMode="auto">
        <a:xfrm>
          <a:off x="0" y="0"/>
          <a:ext cx="0" cy="0"/>
          <a:chOff x="0" y="0"/>
          <a:chExt cx="0" cy="0"/>
        </a:xfrm>
      </p:grpSpPr>
      <p:sp>
        <p:nvSpPr>
          <p:cNvPr id="1127731135" name="Google Shape;6;p1"/>
          <p:cNvSpPr txBox="1"/>
          <p:nvPr>
            <p:ph type="title"/>
          </p:nvPr>
        </p:nvSpPr>
        <p:spPr bwMode="auto">
          <a:xfrm>
            <a:off x="713225" y="539500"/>
            <a:ext cx="77175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2800"/>
              <a:buFont typeface="Josefin Sans"/>
              <a:buNone/>
              <a:defRPr sz="2800" b="1">
                <a:solidFill>
                  <a:schemeClr val="dk1"/>
                </a:solidFill>
                <a:latin typeface="Josefin Sans"/>
                <a:ea typeface="Josefin Sans"/>
                <a:cs typeface="Josefin Sans"/>
              </a:defRPr>
            </a:lvl1pPr>
            <a:lvl2pPr lvl="1">
              <a:spcBef>
                <a:spcPts val="0"/>
              </a:spcBef>
              <a:spcAft>
                <a:spcPts val="0"/>
              </a:spcAft>
              <a:buClr>
                <a:schemeClr val="dk1"/>
              </a:buClr>
              <a:buSzPts val="2800"/>
              <a:buFont typeface="Josefin Sans"/>
              <a:buNone/>
              <a:defRPr sz="2800">
                <a:solidFill>
                  <a:schemeClr val="dk1"/>
                </a:solidFill>
                <a:latin typeface="Josefin Sans"/>
                <a:ea typeface="Josefin Sans"/>
                <a:cs typeface="Josefin Sans"/>
              </a:defRPr>
            </a:lvl2pPr>
            <a:lvl3pPr lvl="2">
              <a:spcBef>
                <a:spcPts val="0"/>
              </a:spcBef>
              <a:spcAft>
                <a:spcPts val="0"/>
              </a:spcAft>
              <a:buClr>
                <a:schemeClr val="dk1"/>
              </a:buClr>
              <a:buSzPts val="2800"/>
              <a:buFont typeface="Josefin Sans"/>
              <a:buNone/>
              <a:defRPr sz="2800">
                <a:solidFill>
                  <a:schemeClr val="dk1"/>
                </a:solidFill>
                <a:latin typeface="Josefin Sans"/>
                <a:ea typeface="Josefin Sans"/>
                <a:cs typeface="Josefin Sans"/>
              </a:defRPr>
            </a:lvl3pPr>
            <a:lvl4pPr lvl="3">
              <a:spcBef>
                <a:spcPts val="0"/>
              </a:spcBef>
              <a:spcAft>
                <a:spcPts val="0"/>
              </a:spcAft>
              <a:buClr>
                <a:schemeClr val="dk1"/>
              </a:buClr>
              <a:buSzPts val="2800"/>
              <a:buFont typeface="Josefin Sans"/>
              <a:buNone/>
              <a:defRPr sz="2800">
                <a:solidFill>
                  <a:schemeClr val="dk1"/>
                </a:solidFill>
                <a:latin typeface="Josefin Sans"/>
                <a:ea typeface="Josefin Sans"/>
                <a:cs typeface="Josefin Sans"/>
              </a:defRPr>
            </a:lvl4pPr>
            <a:lvl5pPr lvl="4">
              <a:spcBef>
                <a:spcPts val="0"/>
              </a:spcBef>
              <a:spcAft>
                <a:spcPts val="0"/>
              </a:spcAft>
              <a:buClr>
                <a:schemeClr val="dk1"/>
              </a:buClr>
              <a:buSzPts val="2800"/>
              <a:buFont typeface="Josefin Sans"/>
              <a:buNone/>
              <a:defRPr sz="2800">
                <a:solidFill>
                  <a:schemeClr val="dk1"/>
                </a:solidFill>
                <a:latin typeface="Josefin Sans"/>
                <a:ea typeface="Josefin Sans"/>
                <a:cs typeface="Josefin Sans"/>
              </a:defRPr>
            </a:lvl5pPr>
            <a:lvl6pPr lvl="5">
              <a:spcBef>
                <a:spcPts val="0"/>
              </a:spcBef>
              <a:spcAft>
                <a:spcPts val="0"/>
              </a:spcAft>
              <a:buClr>
                <a:schemeClr val="dk1"/>
              </a:buClr>
              <a:buSzPts val="2800"/>
              <a:buFont typeface="Josefin Sans"/>
              <a:buNone/>
              <a:defRPr sz="2800">
                <a:solidFill>
                  <a:schemeClr val="dk1"/>
                </a:solidFill>
                <a:latin typeface="Josefin Sans"/>
                <a:ea typeface="Josefin Sans"/>
                <a:cs typeface="Josefin Sans"/>
              </a:defRPr>
            </a:lvl6pPr>
            <a:lvl7pPr lvl="6">
              <a:spcBef>
                <a:spcPts val="0"/>
              </a:spcBef>
              <a:spcAft>
                <a:spcPts val="0"/>
              </a:spcAft>
              <a:buClr>
                <a:schemeClr val="dk1"/>
              </a:buClr>
              <a:buSzPts val="2800"/>
              <a:buFont typeface="Josefin Sans"/>
              <a:buNone/>
              <a:defRPr sz="2800">
                <a:solidFill>
                  <a:schemeClr val="dk1"/>
                </a:solidFill>
                <a:latin typeface="Josefin Sans"/>
                <a:ea typeface="Josefin Sans"/>
                <a:cs typeface="Josefin Sans"/>
              </a:defRPr>
            </a:lvl7pPr>
            <a:lvl8pPr lvl="7">
              <a:spcBef>
                <a:spcPts val="0"/>
              </a:spcBef>
              <a:spcAft>
                <a:spcPts val="0"/>
              </a:spcAft>
              <a:buClr>
                <a:schemeClr val="dk1"/>
              </a:buClr>
              <a:buSzPts val="2800"/>
              <a:buFont typeface="Josefin Sans"/>
              <a:buNone/>
              <a:defRPr sz="2800">
                <a:solidFill>
                  <a:schemeClr val="dk1"/>
                </a:solidFill>
                <a:latin typeface="Josefin Sans"/>
                <a:ea typeface="Josefin Sans"/>
                <a:cs typeface="Josefin Sans"/>
              </a:defRPr>
            </a:lvl8pPr>
            <a:lvl9pPr lvl="8">
              <a:spcBef>
                <a:spcPts val="0"/>
              </a:spcBef>
              <a:spcAft>
                <a:spcPts val="0"/>
              </a:spcAft>
              <a:buClr>
                <a:schemeClr val="dk1"/>
              </a:buClr>
              <a:buSzPts val="2800"/>
              <a:buFont typeface="Josefin Sans"/>
              <a:buNone/>
              <a:defRPr sz="2800">
                <a:solidFill>
                  <a:schemeClr val="dk1"/>
                </a:solidFill>
                <a:latin typeface="Josefin Sans"/>
                <a:ea typeface="Josefin Sans"/>
                <a:cs typeface="Josefin Sans"/>
              </a:defRPr>
            </a:lvl9pPr>
          </a:lstStyle>
          <a:p>
            <a:pPr>
              <a:defRPr/>
            </a:pPr>
            <a:endParaRPr/>
          </a:p>
        </p:txBody>
      </p:sp>
      <p:sp>
        <p:nvSpPr>
          <p:cNvPr id="531181370" name="Google Shape;7;p1"/>
          <p:cNvSpPr txBox="1"/>
          <p:nvPr>
            <p:ph type="body" idx="1"/>
          </p:nvPr>
        </p:nvSpPr>
        <p:spPr bwMode="auto">
          <a:xfrm>
            <a:off x="713225" y="1187600"/>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Gudea"/>
              <a:buChar char="●"/>
              <a:defRPr sz="1800">
                <a:solidFill>
                  <a:schemeClr val="dk1"/>
                </a:solidFill>
                <a:latin typeface="Gudea"/>
                <a:ea typeface="Gudea"/>
                <a:cs typeface="Gudea"/>
              </a:defRPr>
            </a:lvl1pPr>
            <a:lvl2pPr marL="914400" lvl="1"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defRPr>
            </a:lvl2pPr>
            <a:lvl3pPr marL="1371600" lvl="2"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defRPr>
            </a:lvl3pPr>
            <a:lvl4pPr marL="1828800" lvl="3"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defRPr>
            </a:lvl4pPr>
            <a:lvl5pPr marL="2286000" lvl="4"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defRPr>
            </a:lvl5pPr>
            <a:lvl6pPr marL="2743200" lvl="5"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defRPr>
            </a:lvl6pPr>
            <a:lvl7pPr marL="3200400" lvl="6"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defRPr>
            </a:lvl7pPr>
            <a:lvl8pPr marL="3657600" lvl="7"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defRPr>
            </a:lvl8pPr>
            <a:lvl9pPr marL="4114800" lvl="8"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defRPr>
            </a:lvl9pPr>
          </a:lstStyle>
          <a:p>
            <a:pPr>
              <a:defRPr/>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886229954" name="Google Shape;1380;p55"/>
          <p:cNvGrpSpPr/>
          <p:nvPr/>
        </p:nvGrpSpPr>
        <p:grpSpPr bwMode="auto">
          <a:xfrm>
            <a:off x="7159266" y="3711726"/>
            <a:ext cx="216649" cy="208911"/>
            <a:chOff x="1811800" y="3511500"/>
            <a:chExt cx="133175" cy="133200"/>
          </a:xfrm>
        </p:grpSpPr>
        <p:sp>
          <p:nvSpPr>
            <p:cNvPr id="1381" name="Google Shape;1381;p55"/>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82" name="Google Shape;1382;p55"/>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118128828" name="Google Shape;1383;p55"/>
          <p:cNvGrpSpPr/>
          <p:nvPr/>
        </p:nvGrpSpPr>
        <p:grpSpPr bwMode="auto">
          <a:xfrm>
            <a:off x="1174425" y="190343"/>
            <a:ext cx="222629" cy="215744"/>
            <a:chOff x="1811800" y="3511500"/>
            <a:chExt cx="133175" cy="133200"/>
          </a:xfrm>
        </p:grpSpPr>
        <p:sp>
          <p:nvSpPr>
            <p:cNvPr id="1384" name="Google Shape;1384;p55"/>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85" name="Google Shape;1385;p55"/>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446687682" name="Google Shape;1386;p55"/>
          <p:cNvGrpSpPr/>
          <p:nvPr/>
        </p:nvGrpSpPr>
        <p:grpSpPr bwMode="auto">
          <a:xfrm>
            <a:off x="901650" y="1696600"/>
            <a:ext cx="133175" cy="133200"/>
            <a:chOff x="1811800" y="3511500"/>
            <a:chExt cx="133175" cy="133200"/>
          </a:xfrm>
        </p:grpSpPr>
        <p:sp>
          <p:nvSpPr>
            <p:cNvPr id="1387" name="Google Shape;1387;p55"/>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88" name="Google Shape;1388;p55"/>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728514465" name="Google Shape;1389;p55"/>
          <p:cNvGrpSpPr/>
          <p:nvPr/>
        </p:nvGrpSpPr>
        <p:grpSpPr bwMode="auto">
          <a:xfrm>
            <a:off x="7928950" y="690375"/>
            <a:ext cx="133175" cy="133200"/>
            <a:chOff x="1811800" y="3511500"/>
            <a:chExt cx="133175" cy="133200"/>
          </a:xfrm>
        </p:grpSpPr>
        <p:sp>
          <p:nvSpPr>
            <p:cNvPr id="1390" name="Google Shape;1390;p55"/>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91" name="Google Shape;1391;p55"/>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695603233" name="Google Shape;1392;p55"/>
          <p:cNvGrpSpPr/>
          <p:nvPr/>
        </p:nvGrpSpPr>
        <p:grpSpPr bwMode="auto">
          <a:xfrm>
            <a:off x="4882925" y="557163"/>
            <a:ext cx="133175" cy="133200"/>
            <a:chOff x="1811800" y="3511500"/>
            <a:chExt cx="133175" cy="133200"/>
          </a:xfrm>
        </p:grpSpPr>
        <p:sp>
          <p:nvSpPr>
            <p:cNvPr id="1393" name="Google Shape;1393;p55"/>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94" name="Google Shape;1394;p55"/>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244225376" name="Google Shape;1395;p55"/>
          <p:cNvGrpSpPr/>
          <p:nvPr/>
        </p:nvGrpSpPr>
        <p:grpSpPr bwMode="auto">
          <a:xfrm>
            <a:off x="1940219" y="991791"/>
            <a:ext cx="73925" cy="73939"/>
            <a:chOff x="1811800" y="3511500"/>
            <a:chExt cx="133175" cy="133200"/>
          </a:xfrm>
        </p:grpSpPr>
        <p:sp>
          <p:nvSpPr>
            <p:cNvPr id="1396" name="Google Shape;1396;p55"/>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97" name="Google Shape;1397;p55"/>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381537151" name="Google Shape;1398;p55"/>
          <p:cNvGrpSpPr/>
          <p:nvPr/>
        </p:nvGrpSpPr>
        <p:grpSpPr bwMode="auto">
          <a:xfrm>
            <a:off x="6499369" y="925203"/>
            <a:ext cx="73925" cy="73939"/>
            <a:chOff x="1811800" y="3511500"/>
            <a:chExt cx="133175" cy="133200"/>
          </a:xfrm>
        </p:grpSpPr>
        <p:sp>
          <p:nvSpPr>
            <p:cNvPr id="1399" name="Google Shape;1399;p55"/>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00" name="Google Shape;1400;p55"/>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905171926" name="Google Shape;1401;p55"/>
          <p:cNvGrpSpPr/>
          <p:nvPr/>
        </p:nvGrpSpPr>
        <p:grpSpPr bwMode="auto">
          <a:xfrm flipH="1">
            <a:off x="5305385" y="3270639"/>
            <a:ext cx="98896" cy="95784"/>
            <a:chOff x="1811800" y="3511500"/>
            <a:chExt cx="133175" cy="133200"/>
          </a:xfrm>
        </p:grpSpPr>
        <p:sp>
          <p:nvSpPr>
            <p:cNvPr id="1402" name="Google Shape;1402;p55"/>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03" name="Google Shape;1403;p55"/>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grpSp>
        <p:nvGrpSpPr>
          <p:cNvPr id="1897894408" name="Google Shape;1404;p55"/>
          <p:cNvGrpSpPr/>
          <p:nvPr/>
        </p:nvGrpSpPr>
        <p:grpSpPr bwMode="auto">
          <a:xfrm rot="5400000" flipH="1">
            <a:off x="3395036" y="136975"/>
            <a:ext cx="133175" cy="133200"/>
            <a:chOff x="1811800" y="3511500"/>
            <a:chExt cx="133175" cy="133200"/>
          </a:xfrm>
        </p:grpSpPr>
        <p:sp>
          <p:nvSpPr>
            <p:cNvPr id="1405" name="Google Shape;1405;p55"/>
            <p:cNvSpPr/>
            <p:nvPr/>
          </p:nvSpPr>
          <p:spPr bwMode="auto">
            <a:xfrm>
              <a:off x="1858824" y="3511500"/>
              <a:ext cx="39125" cy="133200"/>
            </a:xfrm>
            <a:custGeom>
              <a:avLst/>
              <a:gdLst/>
              <a:ahLst/>
              <a:cxnLst/>
              <a:rect l="l" t="t" r="r" b="b"/>
              <a:pathLst>
                <a:path w="1565" h="5328" fill="norm" stroke="1" extrusionOk="0">
                  <a:moveTo>
                    <a:pt x="0" y="0"/>
                  </a:moveTo>
                  <a:lnTo>
                    <a:pt x="0" y="5327"/>
                  </a:lnTo>
                  <a:lnTo>
                    <a:pt x="1565" y="5327"/>
                  </a:lnTo>
                  <a:lnTo>
                    <a:pt x="15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06" name="Google Shape;1406;p55"/>
            <p:cNvSpPr/>
            <p:nvPr/>
          </p:nvSpPr>
          <p:spPr bwMode="auto">
            <a:xfrm>
              <a:off x="1811800" y="3558525"/>
              <a:ext cx="133175" cy="39125"/>
            </a:xfrm>
            <a:custGeom>
              <a:avLst/>
              <a:gdLst/>
              <a:ahLst/>
              <a:cxnLst/>
              <a:rect l="l" t="t" r="r" b="b"/>
              <a:pathLst>
                <a:path w="5327" h="1565" fill="norm" stroke="1" extrusionOk="0">
                  <a:moveTo>
                    <a:pt x="0" y="1"/>
                  </a:moveTo>
                  <a:lnTo>
                    <a:pt x="0" y="1565"/>
                  </a:lnTo>
                  <a:lnTo>
                    <a:pt x="5327" y="1565"/>
                  </a:lnTo>
                  <a:lnTo>
                    <a:pt x="53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sp>
        <p:nvSpPr>
          <p:cNvPr id="1633522942" name="Google Shape;1407;p55"/>
          <p:cNvSpPr/>
          <p:nvPr/>
        </p:nvSpPr>
        <p:spPr bwMode="auto">
          <a:xfrm>
            <a:off x="0" y="4127500"/>
            <a:ext cx="9144000" cy="1016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nvGrpSpPr>
          <p:cNvPr id="2040106188" name="Google Shape;1408;p55"/>
          <p:cNvGrpSpPr/>
          <p:nvPr/>
        </p:nvGrpSpPr>
        <p:grpSpPr bwMode="auto">
          <a:xfrm>
            <a:off x="634437" y="1160833"/>
            <a:ext cx="3416707" cy="3151800"/>
            <a:chOff x="1356900" y="-49399"/>
            <a:chExt cx="6107806" cy="5634250"/>
          </a:xfrm>
        </p:grpSpPr>
        <p:sp>
          <p:nvSpPr>
            <p:cNvPr id="1409" name="Google Shape;1409;p55"/>
            <p:cNvSpPr/>
            <p:nvPr/>
          </p:nvSpPr>
          <p:spPr bwMode="auto">
            <a:xfrm>
              <a:off x="4038998" y="-49399"/>
              <a:ext cx="1273839" cy="1857852"/>
            </a:xfrm>
            <a:custGeom>
              <a:avLst/>
              <a:gdLst/>
              <a:ahLst/>
              <a:cxnLst/>
              <a:rect l="l" t="t" r="r" b="b"/>
              <a:pathLst>
                <a:path w="34821" h="50379" fill="norm" stroke="1" extrusionOk="0">
                  <a:moveTo>
                    <a:pt x="16152" y="1"/>
                  </a:moveTo>
                  <a:cubicBezTo>
                    <a:pt x="10264" y="1"/>
                    <a:pt x="2897" y="4092"/>
                    <a:pt x="2682" y="18294"/>
                  </a:cubicBezTo>
                  <a:cubicBezTo>
                    <a:pt x="2387" y="39842"/>
                    <a:pt x="1995" y="44257"/>
                    <a:pt x="0" y="49685"/>
                  </a:cubicBezTo>
                  <a:cubicBezTo>
                    <a:pt x="13303" y="50304"/>
                    <a:pt x="25967" y="50379"/>
                    <a:pt x="31325" y="50379"/>
                  </a:cubicBezTo>
                  <a:cubicBezTo>
                    <a:pt x="33040" y="50379"/>
                    <a:pt x="34007" y="50371"/>
                    <a:pt x="34007" y="50371"/>
                  </a:cubicBezTo>
                  <a:cubicBezTo>
                    <a:pt x="34007" y="50371"/>
                    <a:pt x="31947" y="40039"/>
                    <a:pt x="31554" y="31635"/>
                  </a:cubicBezTo>
                  <a:cubicBezTo>
                    <a:pt x="31489" y="30523"/>
                    <a:pt x="31522" y="29444"/>
                    <a:pt x="31652" y="28365"/>
                  </a:cubicBezTo>
                  <a:cubicBezTo>
                    <a:pt x="32722" y="19256"/>
                    <a:pt x="34820" y="2465"/>
                    <a:pt x="23225" y="2465"/>
                  </a:cubicBezTo>
                  <a:cubicBezTo>
                    <a:pt x="23125" y="2465"/>
                    <a:pt x="23024" y="2466"/>
                    <a:pt x="22922" y="2468"/>
                  </a:cubicBezTo>
                  <a:cubicBezTo>
                    <a:pt x="21871" y="1105"/>
                    <a:pt x="19211" y="1"/>
                    <a:pt x="161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10" name="Google Shape;1410;p55"/>
            <p:cNvSpPr/>
            <p:nvPr/>
          </p:nvSpPr>
          <p:spPr bwMode="auto">
            <a:xfrm>
              <a:off x="4053339" y="1498254"/>
              <a:ext cx="1212966" cy="1515776"/>
            </a:xfrm>
            <a:custGeom>
              <a:avLst/>
              <a:gdLst/>
              <a:ahLst/>
              <a:cxnLst/>
              <a:rect l="l" t="t" r="r" b="b"/>
              <a:pathLst>
                <a:path w="33157" h="41103" fill="norm" stroke="1" extrusionOk="0">
                  <a:moveTo>
                    <a:pt x="11805" y="1"/>
                  </a:moveTo>
                  <a:lnTo>
                    <a:pt x="5690" y="2617"/>
                  </a:lnTo>
                  <a:cubicBezTo>
                    <a:pt x="2224" y="4088"/>
                    <a:pt x="1" y="7489"/>
                    <a:pt x="1" y="11249"/>
                  </a:cubicBezTo>
                  <a:lnTo>
                    <a:pt x="1" y="41102"/>
                  </a:lnTo>
                  <a:lnTo>
                    <a:pt x="33157" y="40089"/>
                  </a:lnTo>
                  <a:lnTo>
                    <a:pt x="33157" y="11020"/>
                  </a:lnTo>
                  <a:cubicBezTo>
                    <a:pt x="33157" y="6900"/>
                    <a:pt x="30476" y="3271"/>
                    <a:pt x="26552" y="2061"/>
                  </a:cubicBezTo>
                  <a:lnTo>
                    <a:pt x="1988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11" name="Google Shape;1411;p55"/>
            <p:cNvSpPr/>
            <p:nvPr/>
          </p:nvSpPr>
          <p:spPr bwMode="auto">
            <a:xfrm>
              <a:off x="4299767" y="1956499"/>
              <a:ext cx="720127" cy="37"/>
            </a:xfrm>
            <a:custGeom>
              <a:avLst/>
              <a:gdLst/>
              <a:ahLst/>
              <a:cxnLst/>
              <a:rect l="l" t="t" r="r" b="b"/>
              <a:pathLst>
                <a:path w="19685" h="1" fill="none" stroke="1" extrusionOk="0">
                  <a:moveTo>
                    <a:pt x="1" y="0"/>
                  </a:moveTo>
                  <a:lnTo>
                    <a:pt x="19685" y="0"/>
                  </a:lnTo>
                </a:path>
              </a:pathLst>
            </a:custGeom>
            <a:noFill/>
            <a:ln w="40875" cap="flat" cmpd="sng">
              <a:solidFill>
                <a:schemeClr val="accent2"/>
              </a:solidFill>
              <a:prstDash val="solid"/>
              <a:miter lim="326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12" name="Google Shape;1412;p55"/>
            <p:cNvSpPr/>
            <p:nvPr/>
          </p:nvSpPr>
          <p:spPr bwMode="auto">
            <a:xfrm>
              <a:off x="4279426" y="2033646"/>
              <a:ext cx="721334" cy="37"/>
            </a:xfrm>
            <a:custGeom>
              <a:avLst/>
              <a:gdLst/>
              <a:ahLst/>
              <a:cxnLst/>
              <a:rect l="l" t="t" r="r" b="b"/>
              <a:pathLst>
                <a:path w="19718" h="1" fill="none" stroke="1" extrusionOk="0">
                  <a:moveTo>
                    <a:pt x="1" y="1"/>
                  </a:moveTo>
                  <a:lnTo>
                    <a:pt x="19718" y="1"/>
                  </a:lnTo>
                </a:path>
              </a:pathLst>
            </a:custGeom>
            <a:noFill/>
            <a:ln w="20425" cap="flat" cmpd="sng">
              <a:solidFill>
                <a:schemeClr val="accent2"/>
              </a:solidFill>
              <a:prstDash val="solid"/>
              <a:miter lim="326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13" name="Google Shape;1413;p55"/>
            <p:cNvSpPr/>
            <p:nvPr/>
          </p:nvSpPr>
          <p:spPr bwMode="auto">
            <a:xfrm>
              <a:off x="4279426" y="2092726"/>
              <a:ext cx="721334" cy="37"/>
            </a:xfrm>
            <a:custGeom>
              <a:avLst/>
              <a:gdLst/>
              <a:ahLst/>
              <a:cxnLst/>
              <a:rect l="l" t="t" r="r" b="b"/>
              <a:pathLst>
                <a:path w="19718" h="1" fill="none" stroke="1" extrusionOk="0">
                  <a:moveTo>
                    <a:pt x="1" y="1"/>
                  </a:moveTo>
                  <a:lnTo>
                    <a:pt x="19718" y="1"/>
                  </a:lnTo>
                </a:path>
              </a:pathLst>
            </a:custGeom>
            <a:noFill/>
            <a:ln w="20425" cap="flat" cmpd="sng">
              <a:solidFill>
                <a:schemeClr val="accent2"/>
              </a:solidFill>
              <a:prstDash val="solid"/>
              <a:miter lim="326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14" name="Google Shape;1414;p55"/>
            <p:cNvSpPr/>
            <p:nvPr/>
          </p:nvSpPr>
          <p:spPr bwMode="auto">
            <a:xfrm>
              <a:off x="4799793" y="1504303"/>
              <a:ext cx="478499" cy="1538640"/>
            </a:xfrm>
            <a:custGeom>
              <a:avLst/>
              <a:gdLst/>
              <a:ahLst/>
              <a:cxnLst/>
              <a:rect l="l" t="t" r="r" b="b"/>
              <a:pathLst>
                <a:path w="13080" h="41723" fill="norm" stroke="1" extrusionOk="0">
                  <a:moveTo>
                    <a:pt x="1" y="0"/>
                  </a:moveTo>
                  <a:cubicBezTo>
                    <a:pt x="1" y="0"/>
                    <a:pt x="2878" y="327"/>
                    <a:pt x="3140" y="8077"/>
                  </a:cubicBezTo>
                  <a:cubicBezTo>
                    <a:pt x="3368" y="15826"/>
                    <a:pt x="3140" y="41723"/>
                    <a:pt x="3140" y="41723"/>
                  </a:cubicBezTo>
                  <a:lnTo>
                    <a:pt x="12360" y="41723"/>
                  </a:lnTo>
                  <a:lnTo>
                    <a:pt x="13080" y="4840"/>
                  </a:lnTo>
                  <a:cubicBezTo>
                    <a:pt x="13080" y="4840"/>
                    <a:pt x="3074" y="0"/>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15" name="Google Shape;1415;p55"/>
            <p:cNvSpPr/>
            <p:nvPr/>
          </p:nvSpPr>
          <p:spPr bwMode="auto">
            <a:xfrm>
              <a:off x="4500794" y="1160638"/>
              <a:ext cx="321707" cy="459531"/>
            </a:xfrm>
            <a:custGeom>
              <a:avLst/>
              <a:gdLst/>
              <a:ahLst/>
              <a:cxnLst/>
              <a:rect l="l" t="t" r="r" b="b"/>
              <a:pathLst>
                <a:path w="8794" h="12461" fill="norm" stroke="1" extrusionOk="0">
                  <a:moveTo>
                    <a:pt x="686" y="0"/>
                  </a:moveTo>
                  <a:lnTo>
                    <a:pt x="97" y="9156"/>
                  </a:lnTo>
                  <a:cubicBezTo>
                    <a:pt x="1" y="10949"/>
                    <a:pt x="1442" y="12460"/>
                    <a:pt x="3252" y="12460"/>
                  </a:cubicBezTo>
                  <a:cubicBezTo>
                    <a:pt x="3290" y="12460"/>
                    <a:pt x="3329" y="12460"/>
                    <a:pt x="3367" y="12458"/>
                  </a:cubicBezTo>
                  <a:lnTo>
                    <a:pt x="5427" y="12458"/>
                  </a:lnTo>
                  <a:cubicBezTo>
                    <a:pt x="5466" y="12460"/>
                    <a:pt x="5505" y="12460"/>
                    <a:pt x="5544" y="12460"/>
                  </a:cubicBezTo>
                  <a:cubicBezTo>
                    <a:pt x="7353" y="12460"/>
                    <a:pt x="8793" y="10980"/>
                    <a:pt x="8729" y="9156"/>
                  </a:cubicBezTo>
                  <a:lnTo>
                    <a:pt x="81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16" name="Google Shape;1416;p55"/>
            <p:cNvSpPr/>
            <p:nvPr/>
          </p:nvSpPr>
          <p:spPr bwMode="auto">
            <a:xfrm>
              <a:off x="4516306" y="1160638"/>
              <a:ext cx="290685" cy="197811"/>
            </a:xfrm>
            <a:custGeom>
              <a:avLst/>
              <a:gdLst/>
              <a:ahLst/>
              <a:cxnLst/>
              <a:rect l="l" t="t" r="r" b="b"/>
              <a:pathLst>
                <a:path w="7946" h="5364" fill="norm" stroke="1" extrusionOk="0">
                  <a:moveTo>
                    <a:pt x="229" y="0"/>
                  </a:moveTo>
                  <a:lnTo>
                    <a:pt x="0" y="3793"/>
                  </a:lnTo>
                  <a:cubicBezTo>
                    <a:pt x="850" y="4284"/>
                    <a:pt x="1766" y="4742"/>
                    <a:pt x="2681" y="5134"/>
                  </a:cubicBezTo>
                  <a:cubicBezTo>
                    <a:pt x="3064" y="5290"/>
                    <a:pt x="3464" y="5364"/>
                    <a:pt x="3869" y="5364"/>
                  </a:cubicBezTo>
                  <a:cubicBezTo>
                    <a:pt x="4225" y="5364"/>
                    <a:pt x="4585" y="5307"/>
                    <a:pt x="4937" y="5199"/>
                  </a:cubicBezTo>
                  <a:cubicBezTo>
                    <a:pt x="5984" y="4840"/>
                    <a:pt x="6965" y="4349"/>
                    <a:pt x="7946" y="3793"/>
                  </a:cubicBezTo>
                  <a:lnTo>
                    <a:pt x="7684" y="0"/>
                  </a:lnTo>
                  <a:close/>
                </a:path>
              </a:pathLst>
            </a:custGeom>
            <a:solidFill>
              <a:schemeClr val="hlink">
                <a:alpha val="173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17" name="Google Shape;1417;p55"/>
            <p:cNvSpPr/>
            <p:nvPr/>
          </p:nvSpPr>
          <p:spPr bwMode="auto">
            <a:xfrm>
              <a:off x="4159798" y="194290"/>
              <a:ext cx="969144" cy="1073725"/>
            </a:xfrm>
            <a:custGeom>
              <a:avLst/>
              <a:gdLst/>
              <a:ahLst/>
              <a:cxnLst/>
              <a:rect l="l" t="t" r="r" b="b"/>
              <a:pathLst>
                <a:path w="26492" h="29116" fill="norm" stroke="1" extrusionOk="0">
                  <a:moveTo>
                    <a:pt x="13184" y="0"/>
                  </a:moveTo>
                  <a:cubicBezTo>
                    <a:pt x="12564" y="0"/>
                    <a:pt x="11920" y="26"/>
                    <a:pt x="11249" y="79"/>
                  </a:cubicBezTo>
                  <a:cubicBezTo>
                    <a:pt x="1" y="994"/>
                    <a:pt x="1374" y="11784"/>
                    <a:pt x="1374" y="11784"/>
                  </a:cubicBezTo>
                  <a:cubicBezTo>
                    <a:pt x="1374" y="11784"/>
                    <a:pt x="99" y="23687"/>
                    <a:pt x="12851" y="28886"/>
                  </a:cubicBezTo>
                  <a:cubicBezTo>
                    <a:pt x="13216" y="29042"/>
                    <a:pt x="13618" y="29115"/>
                    <a:pt x="14022" y="29115"/>
                  </a:cubicBezTo>
                  <a:cubicBezTo>
                    <a:pt x="14379" y="29115"/>
                    <a:pt x="14738" y="29058"/>
                    <a:pt x="15075" y="28951"/>
                  </a:cubicBezTo>
                  <a:cubicBezTo>
                    <a:pt x="20241" y="27185"/>
                    <a:pt x="26061" y="21888"/>
                    <a:pt x="26061" y="13125"/>
                  </a:cubicBezTo>
                  <a:cubicBezTo>
                    <a:pt x="26492" y="6360"/>
                    <a:pt x="22961" y="0"/>
                    <a:pt x="131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18" name="Google Shape;1418;p55"/>
            <p:cNvSpPr/>
            <p:nvPr/>
          </p:nvSpPr>
          <p:spPr bwMode="auto">
            <a:xfrm>
              <a:off x="3468402" y="1498254"/>
              <a:ext cx="1031151" cy="1544688"/>
            </a:xfrm>
            <a:custGeom>
              <a:avLst/>
              <a:gdLst/>
              <a:ahLst/>
              <a:cxnLst/>
              <a:rect l="l" t="t" r="r" b="b"/>
              <a:pathLst>
                <a:path w="28187" h="41887" fill="norm" stroke="1" extrusionOk="0">
                  <a:moveTo>
                    <a:pt x="28186" y="1"/>
                  </a:moveTo>
                  <a:lnTo>
                    <a:pt x="28186" y="1"/>
                  </a:lnTo>
                  <a:cubicBezTo>
                    <a:pt x="24524" y="164"/>
                    <a:pt x="15892" y="4938"/>
                    <a:pt x="15892" y="4938"/>
                  </a:cubicBezTo>
                  <a:lnTo>
                    <a:pt x="15565" y="5069"/>
                  </a:lnTo>
                  <a:cubicBezTo>
                    <a:pt x="14584" y="5461"/>
                    <a:pt x="13799" y="6246"/>
                    <a:pt x="13407" y="7260"/>
                  </a:cubicBezTo>
                  <a:lnTo>
                    <a:pt x="0" y="40579"/>
                  </a:lnTo>
                  <a:lnTo>
                    <a:pt x="9581" y="40906"/>
                  </a:lnTo>
                  <a:lnTo>
                    <a:pt x="15924" y="23020"/>
                  </a:lnTo>
                  <a:lnTo>
                    <a:pt x="15990" y="41887"/>
                  </a:lnTo>
                  <a:lnTo>
                    <a:pt x="25243" y="41887"/>
                  </a:lnTo>
                  <a:cubicBezTo>
                    <a:pt x="25243" y="41887"/>
                    <a:pt x="24982" y="15990"/>
                    <a:pt x="25243" y="8241"/>
                  </a:cubicBezTo>
                  <a:cubicBezTo>
                    <a:pt x="25472" y="491"/>
                    <a:pt x="28186" y="1"/>
                    <a:pt x="281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19" name="Google Shape;1419;p55"/>
            <p:cNvSpPr/>
            <p:nvPr/>
          </p:nvSpPr>
          <p:spPr bwMode="auto">
            <a:xfrm>
              <a:off x="4900288" y="1535649"/>
              <a:ext cx="282307" cy="862196"/>
            </a:xfrm>
            <a:custGeom>
              <a:avLst/>
              <a:gdLst/>
              <a:ahLst/>
              <a:cxnLst/>
              <a:rect l="l" t="t" r="r" b="b"/>
              <a:pathLst>
                <a:path w="7717" h="23380" fill="norm" stroke="1" extrusionOk="0">
                  <a:moveTo>
                    <a:pt x="66" y="0"/>
                  </a:moveTo>
                  <a:lnTo>
                    <a:pt x="0" y="66"/>
                  </a:lnTo>
                  <a:cubicBezTo>
                    <a:pt x="589" y="556"/>
                    <a:pt x="1210" y="1047"/>
                    <a:pt x="1831" y="1537"/>
                  </a:cubicBezTo>
                  <a:cubicBezTo>
                    <a:pt x="2420" y="2028"/>
                    <a:pt x="3041" y="2518"/>
                    <a:pt x="3662" y="3009"/>
                  </a:cubicBezTo>
                  <a:cubicBezTo>
                    <a:pt x="4837" y="3929"/>
                    <a:pt x="6042" y="4849"/>
                    <a:pt x="7278" y="5740"/>
                  </a:cubicBezTo>
                  <a:lnTo>
                    <a:pt x="7278" y="5740"/>
                  </a:lnTo>
                  <a:lnTo>
                    <a:pt x="6344" y="7096"/>
                  </a:lnTo>
                  <a:cubicBezTo>
                    <a:pt x="6017" y="7586"/>
                    <a:pt x="5690" y="8044"/>
                    <a:pt x="5330" y="8535"/>
                  </a:cubicBezTo>
                  <a:cubicBezTo>
                    <a:pt x="5003" y="9025"/>
                    <a:pt x="4643" y="9483"/>
                    <a:pt x="4284" y="9973"/>
                  </a:cubicBezTo>
                  <a:cubicBezTo>
                    <a:pt x="3957" y="10431"/>
                    <a:pt x="3597" y="10922"/>
                    <a:pt x="3237" y="11379"/>
                  </a:cubicBezTo>
                  <a:lnTo>
                    <a:pt x="3107" y="11510"/>
                  </a:lnTo>
                  <a:lnTo>
                    <a:pt x="3303" y="11510"/>
                  </a:lnTo>
                  <a:cubicBezTo>
                    <a:pt x="4468" y="11630"/>
                    <a:pt x="5633" y="11722"/>
                    <a:pt x="6798" y="11812"/>
                  </a:cubicBezTo>
                  <a:lnTo>
                    <a:pt x="6798" y="11812"/>
                  </a:lnTo>
                  <a:cubicBezTo>
                    <a:pt x="6265" y="12670"/>
                    <a:pt x="5735" y="13529"/>
                    <a:pt x="5232" y="14388"/>
                  </a:cubicBezTo>
                  <a:cubicBezTo>
                    <a:pt x="4676" y="15336"/>
                    <a:pt x="4120" y="16284"/>
                    <a:pt x="3597" y="17265"/>
                  </a:cubicBezTo>
                  <a:cubicBezTo>
                    <a:pt x="3074" y="18246"/>
                    <a:pt x="2551" y="19227"/>
                    <a:pt x="2093" y="20241"/>
                  </a:cubicBezTo>
                  <a:cubicBezTo>
                    <a:pt x="1602" y="21254"/>
                    <a:pt x="1210" y="22300"/>
                    <a:pt x="916" y="23380"/>
                  </a:cubicBezTo>
                  <a:lnTo>
                    <a:pt x="981" y="23380"/>
                  </a:lnTo>
                  <a:cubicBezTo>
                    <a:pt x="1145" y="22856"/>
                    <a:pt x="1341" y="22333"/>
                    <a:pt x="1602" y="21843"/>
                  </a:cubicBezTo>
                  <a:cubicBezTo>
                    <a:pt x="1831" y="21352"/>
                    <a:pt x="2093" y="20862"/>
                    <a:pt x="2322" y="20371"/>
                  </a:cubicBezTo>
                  <a:cubicBezTo>
                    <a:pt x="2878" y="19390"/>
                    <a:pt x="3433" y="18409"/>
                    <a:pt x="3957" y="17461"/>
                  </a:cubicBezTo>
                  <a:cubicBezTo>
                    <a:pt x="4513" y="16513"/>
                    <a:pt x="5068" y="15565"/>
                    <a:pt x="5624" y="14616"/>
                  </a:cubicBezTo>
                  <a:cubicBezTo>
                    <a:pt x="6180" y="13635"/>
                    <a:pt x="6736" y="12687"/>
                    <a:pt x="7325" y="11739"/>
                  </a:cubicBezTo>
                  <a:lnTo>
                    <a:pt x="7488" y="11477"/>
                  </a:lnTo>
                  <a:lnTo>
                    <a:pt x="7194" y="11477"/>
                  </a:lnTo>
                  <a:cubicBezTo>
                    <a:pt x="5987" y="11416"/>
                    <a:pt x="4752" y="11383"/>
                    <a:pt x="3542" y="11324"/>
                  </a:cubicBezTo>
                  <a:lnTo>
                    <a:pt x="3542" y="11324"/>
                  </a:lnTo>
                  <a:cubicBezTo>
                    <a:pt x="3833" y="10911"/>
                    <a:pt x="4127" y="10475"/>
                    <a:pt x="4447" y="10039"/>
                  </a:cubicBezTo>
                  <a:cubicBezTo>
                    <a:pt x="4774" y="9548"/>
                    <a:pt x="5134" y="9090"/>
                    <a:pt x="5493" y="8600"/>
                  </a:cubicBezTo>
                  <a:cubicBezTo>
                    <a:pt x="5820" y="8142"/>
                    <a:pt x="6180" y="7652"/>
                    <a:pt x="6540" y="7194"/>
                  </a:cubicBezTo>
                  <a:lnTo>
                    <a:pt x="7619" y="5788"/>
                  </a:lnTo>
                  <a:lnTo>
                    <a:pt x="7717" y="5657"/>
                  </a:lnTo>
                  <a:lnTo>
                    <a:pt x="7586" y="5592"/>
                  </a:lnTo>
                  <a:cubicBezTo>
                    <a:pt x="6376" y="4578"/>
                    <a:pt x="5134" y="3630"/>
                    <a:pt x="3891" y="2714"/>
                  </a:cubicBezTo>
                  <a:cubicBezTo>
                    <a:pt x="3270" y="2257"/>
                    <a:pt x="2616" y="1799"/>
                    <a:pt x="1995" y="1341"/>
                  </a:cubicBezTo>
                  <a:cubicBezTo>
                    <a:pt x="1373" y="883"/>
                    <a:pt x="720" y="458"/>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20" name="Google Shape;1420;p55"/>
            <p:cNvSpPr/>
            <p:nvPr/>
          </p:nvSpPr>
          <p:spPr bwMode="auto">
            <a:xfrm>
              <a:off x="4141872" y="1534431"/>
              <a:ext cx="279929" cy="862196"/>
            </a:xfrm>
            <a:custGeom>
              <a:avLst/>
              <a:gdLst/>
              <a:ahLst/>
              <a:cxnLst/>
              <a:rect l="l" t="t" r="r" b="b"/>
              <a:pathLst>
                <a:path w="7652" h="23380" fill="norm" stroke="1" extrusionOk="0">
                  <a:moveTo>
                    <a:pt x="7652" y="1"/>
                  </a:moveTo>
                  <a:cubicBezTo>
                    <a:pt x="6998" y="458"/>
                    <a:pt x="6344" y="884"/>
                    <a:pt x="5723" y="1341"/>
                  </a:cubicBezTo>
                  <a:cubicBezTo>
                    <a:pt x="5101" y="1799"/>
                    <a:pt x="4447" y="2257"/>
                    <a:pt x="3826" y="2715"/>
                  </a:cubicBezTo>
                  <a:cubicBezTo>
                    <a:pt x="2551" y="3663"/>
                    <a:pt x="1341" y="4611"/>
                    <a:pt x="99" y="5592"/>
                  </a:cubicBezTo>
                  <a:lnTo>
                    <a:pt x="0" y="5657"/>
                  </a:lnTo>
                  <a:lnTo>
                    <a:pt x="99" y="5788"/>
                  </a:lnTo>
                  <a:lnTo>
                    <a:pt x="1112" y="7162"/>
                  </a:lnTo>
                  <a:cubicBezTo>
                    <a:pt x="1472" y="7652"/>
                    <a:pt x="1832" y="8110"/>
                    <a:pt x="2191" y="8600"/>
                  </a:cubicBezTo>
                  <a:cubicBezTo>
                    <a:pt x="2551" y="9058"/>
                    <a:pt x="2878" y="9549"/>
                    <a:pt x="3205" y="10039"/>
                  </a:cubicBezTo>
                  <a:cubicBezTo>
                    <a:pt x="3526" y="10447"/>
                    <a:pt x="3821" y="10882"/>
                    <a:pt x="4136" y="11319"/>
                  </a:cubicBezTo>
                  <a:lnTo>
                    <a:pt x="4136" y="11319"/>
                  </a:lnTo>
                  <a:cubicBezTo>
                    <a:pt x="2921" y="11353"/>
                    <a:pt x="1706" y="11415"/>
                    <a:pt x="491" y="11478"/>
                  </a:cubicBezTo>
                  <a:lnTo>
                    <a:pt x="164" y="11478"/>
                  </a:lnTo>
                  <a:lnTo>
                    <a:pt x="327" y="11739"/>
                  </a:lnTo>
                  <a:cubicBezTo>
                    <a:pt x="916" y="12688"/>
                    <a:pt x="1472" y="13668"/>
                    <a:pt x="2028" y="14584"/>
                  </a:cubicBezTo>
                  <a:cubicBezTo>
                    <a:pt x="2584" y="15532"/>
                    <a:pt x="3107" y="16513"/>
                    <a:pt x="3695" y="17461"/>
                  </a:cubicBezTo>
                  <a:cubicBezTo>
                    <a:pt x="4284" y="18410"/>
                    <a:pt x="4807" y="19391"/>
                    <a:pt x="5330" y="20372"/>
                  </a:cubicBezTo>
                  <a:cubicBezTo>
                    <a:pt x="5592" y="20829"/>
                    <a:pt x="5853" y="21320"/>
                    <a:pt x="6082" y="21843"/>
                  </a:cubicBezTo>
                  <a:cubicBezTo>
                    <a:pt x="6311" y="22333"/>
                    <a:pt x="6507" y="22824"/>
                    <a:pt x="6671" y="23380"/>
                  </a:cubicBezTo>
                  <a:lnTo>
                    <a:pt x="6736" y="23380"/>
                  </a:lnTo>
                  <a:cubicBezTo>
                    <a:pt x="6442" y="22301"/>
                    <a:pt x="6082" y="21222"/>
                    <a:pt x="5559" y="20241"/>
                  </a:cubicBezTo>
                  <a:cubicBezTo>
                    <a:pt x="5101" y="19227"/>
                    <a:pt x="4578" y="18246"/>
                    <a:pt x="4055" y="17265"/>
                  </a:cubicBezTo>
                  <a:cubicBezTo>
                    <a:pt x="3532" y="16284"/>
                    <a:pt x="3009" y="15336"/>
                    <a:pt x="2420" y="14388"/>
                  </a:cubicBezTo>
                  <a:cubicBezTo>
                    <a:pt x="1917" y="13529"/>
                    <a:pt x="1387" y="12671"/>
                    <a:pt x="854" y="11812"/>
                  </a:cubicBezTo>
                  <a:lnTo>
                    <a:pt x="854" y="11812"/>
                  </a:lnTo>
                  <a:cubicBezTo>
                    <a:pt x="2019" y="11722"/>
                    <a:pt x="3184" y="11630"/>
                    <a:pt x="4349" y="11510"/>
                  </a:cubicBezTo>
                  <a:lnTo>
                    <a:pt x="4546" y="11510"/>
                  </a:lnTo>
                  <a:lnTo>
                    <a:pt x="4447" y="11380"/>
                  </a:lnTo>
                  <a:cubicBezTo>
                    <a:pt x="4088" y="10889"/>
                    <a:pt x="3728" y="10431"/>
                    <a:pt x="3368" y="9941"/>
                  </a:cubicBezTo>
                  <a:cubicBezTo>
                    <a:pt x="3009" y="9483"/>
                    <a:pt x="2649" y="9025"/>
                    <a:pt x="2322" y="8535"/>
                  </a:cubicBezTo>
                  <a:cubicBezTo>
                    <a:pt x="1995" y="8044"/>
                    <a:pt x="1635" y="7554"/>
                    <a:pt x="1308" y="7063"/>
                  </a:cubicBezTo>
                  <a:lnTo>
                    <a:pt x="376" y="5741"/>
                  </a:lnTo>
                  <a:lnTo>
                    <a:pt x="376" y="5741"/>
                  </a:lnTo>
                  <a:cubicBezTo>
                    <a:pt x="1641" y="4850"/>
                    <a:pt x="2816" y="3929"/>
                    <a:pt x="4022" y="3009"/>
                  </a:cubicBezTo>
                  <a:cubicBezTo>
                    <a:pt x="4611" y="2518"/>
                    <a:pt x="5232" y="2028"/>
                    <a:pt x="5853" y="1538"/>
                  </a:cubicBezTo>
                  <a:cubicBezTo>
                    <a:pt x="6442" y="1047"/>
                    <a:pt x="7063" y="557"/>
                    <a:pt x="7652" y="66"/>
                  </a:cubicBezTo>
                  <a:lnTo>
                    <a:pt x="76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21" name="Google Shape;1421;p55"/>
            <p:cNvSpPr/>
            <p:nvPr/>
          </p:nvSpPr>
          <p:spPr bwMode="auto">
            <a:xfrm>
              <a:off x="4871570" y="2210735"/>
              <a:ext cx="375629" cy="569352"/>
            </a:xfrm>
            <a:custGeom>
              <a:avLst/>
              <a:gdLst/>
              <a:ahLst/>
              <a:cxnLst/>
              <a:rect l="l" t="t" r="r" b="b"/>
              <a:pathLst>
                <a:path w="10268" h="15439" fill="norm" stroke="1" extrusionOk="0">
                  <a:moveTo>
                    <a:pt x="3798" y="0"/>
                  </a:moveTo>
                  <a:cubicBezTo>
                    <a:pt x="3028" y="0"/>
                    <a:pt x="2182" y="2385"/>
                    <a:pt x="3074" y="4583"/>
                  </a:cubicBezTo>
                  <a:cubicBezTo>
                    <a:pt x="2126" y="7362"/>
                    <a:pt x="1014" y="10338"/>
                    <a:pt x="327" y="12104"/>
                  </a:cubicBezTo>
                  <a:cubicBezTo>
                    <a:pt x="0" y="12954"/>
                    <a:pt x="524" y="13902"/>
                    <a:pt x="1439" y="14033"/>
                  </a:cubicBezTo>
                  <a:lnTo>
                    <a:pt x="10268" y="15439"/>
                  </a:lnTo>
                  <a:lnTo>
                    <a:pt x="10268" y="10076"/>
                  </a:lnTo>
                  <a:lnTo>
                    <a:pt x="3041" y="10436"/>
                  </a:lnTo>
                  <a:lnTo>
                    <a:pt x="3041" y="10436"/>
                  </a:lnTo>
                  <a:lnTo>
                    <a:pt x="4676" y="5826"/>
                  </a:lnTo>
                  <a:cubicBezTo>
                    <a:pt x="4676" y="5826"/>
                    <a:pt x="3761" y="1771"/>
                    <a:pt x="3859" y="5"/>
                  </a:cubicBezTo>
                  <a:cubicBezTo>
                    <a:pt x="3839" y="2"/>
                    <a:pt x="3818" y="0"/>
                    <a:pt x="37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22" name="Google Shape;1422;p55"/>
            <p:cNvSpPr/>
            <p:nvPr/>
          </p:nvSpPr>
          <p:spPr bwMode="auto">
            <a:xfrm>
              <a:off x="5012710" y="1647794"/>
              <a:ext cx="851824" cy="1214376"/>
            </a:xfrm>
            <a:custGeom>
              <a:avLst/>
              <a:gdLst/>
              <a:ahLst/>
              <a:cxnLst/>
              <a:rect l="l" t="t" r="r" b="b"/>
              <a:pathLst>
                <a:path w="23285" h="32930" fill="norm" stroke="1" extrusionOk="0">
                  <a:moveTo>
                    <a:pt x="5200" y="0"/>
                  </a:moveTo>
                  <a:lnTo>
                    <a:pt x="5265" y="15270"/>
                  </a:lnTo>
                  <a:lnTo>
                    <a:pt x="10693" y="23118"/>
                  </a:lnTo>
                  <a:cubicBezTo>
                    <a:pt x="10922" y="23445"/>
                    <a:pt x="10693" y="23935"/>
                    <a:pt x="10268" y="23968"/>
                  </a:cubicBezTo>
                  <a:lnTo>
                    <a:pt x="1" y="24884"/>
                  </a:lnTo>
                  <a:lnTo>
                    <a:pt x="1" y="32404"/>
                  </a:lnTo>
                  <a:lnTo>
                    <a:pt x="15598" y="32927"/>
                  </a:lnTo>
                  <a:cubicBezTo>
                    <a:pt x="15658" y="32929"/>
                    <a:pt x="15717" y="32930"/>
                    <a:pt x="15776" y="32930"/>
                  </a:cubicBezTo>
                  <a:cubicBezTo>
                    <a:pt x="20382" y="32930"/>
                    <a:pt x="23284" y="27938"/>
                    <a:pt x="20928" y="23935"/>
                  </a:cubicBezTo>
                  <a:lnTo>
                    <a:pt x="7260" y="949"/>
                  </a:lnTo>
                  <a:lnTo>
                    <a:pt x="52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23" name="Google Shape;1423;p55"/>
            <p:cNvSpPr/>
            <p:nvPr/>
          </p:nvSpPr>
          <p:spPr bwMode="auto">
            <a:xfrm>
              <a:off x="4863193" y="2440410"/>
              <a:ext cx="87359" cy="119041"/>
            </a:xfrm>
            <a:custGeom>
              <a:avLst/>
              <a:gdLst/>
              <a:ahLst/>
              <a:cxnLst/>
              <a:rect l="l" t="t" r="r" b="b"/>
              <a:pathLst>
                <a:path w="2388" h="3228" fill="norm" stroke="1" extrusionOk="0">
                  <a:moveTo>
                    <a:pt x="330" y="0"/>
                  </a:moveTo>
                  <a:cubicBezTo>
                    <a:pt x="130" y="0"/>
                    <a:pt x="1" y="23"/>
                    <a:pt x="1" y="23"/>
                  </a:cubicBezTo>
                  <a:cubicBezTo>
                    <a:pt x="654" y="284"/>
                    <a:pt x="1537" y="3227"/>
                    <a:pt x="1537" y="3227"/>
                  </a:cubicBezTo>
                  <a:cubicBezTo>
                    <a:pt x="1864" y="2867"/>
                    <a:pt x="2126" y="2508"/>
                    <a:pt x="2387" y="2115"/>
                  </a:cubicBezTo>
                  <a:cubicBezTo>
                    <a:pt x="2288" y="227"/>
                    <a:pt x="961" y="0"/>
                    <a:pt x="3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24" name="Google Shape;1424;p55"/>
            <p:cNvSpPr/>
            <p:nvPr/>
          </p:nvSpPr>
          <p:spPr bwMode="auto">
            <a:xfrm>
              <a:off x="4161005" y="124812"/>
              <a:ext cx="984508" cy="704250"/>
            </a:xfrm>
            <a:custGeom>
              <a:avLst/>
              <a:gdLst/>
              <a:ahLst/>
              <a:cxnLst/>
              <a:rect l="l" t="t" r="r" b="b"/>
              <a:pathLst>
                <a:path w="26912" h="19097" fill="norm" stroke="1" extrusionOk="0">
                  <a:moveTo>
                    <a:pt x="12361" y="1"/>
                  </a:moveTo>
                  <a:lnTo>
                    <a:pt x="5461" y="1897"/>
                  </a:lnTo>
                  <a:lnTo>
                    <a:pt x="1963" y="5036"/>
                  </a:lnTo>
                  <a:lnTo>
                    <a:pt x="393" y="12753"/>
                  </a:lnTo>
                  <a:lnTo>
                    <a:pt x="655" y="19096"/>
                  </a:lnTo>
                  <a:lnTo>
                    <a:pt x="2028" y="18737"/>
                  </a:lnTo>
                  <a:lnTo>
                    <a:pt x="1832" y="18737"/>
                  </a:lnTo>
                  <a:cubicBezTo>
                    <a:pt x="1832" y="18737"/>
                    <a:pt x="1" y="15565"/>
                    <a:pt x="5821" y="13276"/>
                  </a:cubicBezTo>
                  <a:cubicBezTo>
                    <a:pt x="11674" y="10955"/>
                    <a:pt x="17887" y="7456"/>
                    <a:pt x="19096" y="3205"/>
                  </a:cubicBezTo>
                  <a:cubicBezTo>
                    <a:pt x="19620" y="7390"/>
                    <a:pt x="22007" y="9614"/>
                    <a:pt x="23216" y="11608"/>
                  </a:cubicBezTo>
                  <a:cubicBezTo>
                    <a:pt x="24426" y="13570"/>
                    <a:pt x="24917" y="17363"/>
                    <a:pt x="24917" y="17363"/>
                  </a:cubicBezTo>
                  <a:cubicBezTo>
                    <a:pt x="24917" y="17363"/>
                    <a:pt x="26911" y="16775"/>
                    <a:pt x="26911" y="16644"/>
                  </a:cubicBezTo>
                  <a:cubicBezTo>
                    <a:pt x="26911" y="16480"/>
                    <a:pt x="26454" y="6148"/>
                    <a:pt x="26454" y="6148"/>
                  </a:cubicBezTo>
                  <a:lnTo>
                    <a:pt x="20274" y="1112"/>
                  </a:lnTo>
                  <a:lnTo>
                    <a:pt x="1236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25" name="Google Shape;1425;p55"/>
            <p:cNvSpPr/>
            <p:nvPr/>
          </p:nvSpPr>
          <p:spPr bwMode="auto">
            <a:xfrm>
              <a:off x="4713675" y="2127723"/>
              <a:ext cx="263175" cy="313533"/>
            </a:xfrm>
            <a:custGeom>
              <a:avLst/>
              <a:gdLst/>
              <a:ahLst/>
              <a:cxnLst/>
              <a:rect l="l" t="t" r="r" b="b"/>
              <a:pathLst>
                <a:path w="7194" h="8502" fill="norm" stroke="1" extrusionOk="0">
                  <a:moveTo>
                    <a:pt x="1962" y="0"/>
                  </a:moveTo>
                  <a:lnTo>
                    <a:pt x="1733" y="883"/>
                  </a:lnTo>
                  <a:cubicBezTo>
                    <a:pt x="1635" y="1210"/>
                    <a:pt x="1406" y="1472"/>
                    <a:pt x="1079" y="1570"/>
                  </a:cubicBezTo>
                  <a:cubicBezTo>
                    <a:pt x="687" y="1700"/>
                    <a:pt x="393" y="2093"/>
                    <a:pt x="360" y="2518"/>
                  </a:cubicBezTo>
                  <a:lnTo>
                    <a:pt x="262" y="3760"/>
                  </a:lnTo>
                  <a:lnTo>
                    <a:pt x="66" y="6278"/>
                  </a:lnTo>
                  <a:lnTo>
                    <a:pt x="0" y="7194"/>
                  </a:lnTo>
                  <a:cubicBezTo>
                    <a:pt x="0" y="7913"/>
                    <a:pt x="589" y="8502"/>
                    <a:pt x="1308" y="8502"/>
                  </a:cubicBezTo>
                  <a:lnTo>
                    <a:pt x="5853" y="8502"/>
                  </a:lnTo>
                  <a:cubicBezTo>
                    <a:pt x="6605" y="8502"/>
                    <a:pt x="7194" y="7913"/>
                    <a:pt x="7194" y="7194"/>
                  </a:cubicBezTo>
                  <a:lnTo>
                    <a:pt x="7128" y="6278"/>
                  </a:lnTo>
                  <a:lnTo>
                    <a:pt x="6932" y="3760"/>
                  </a:lnTo>
                  <a:lnTo>
                    <a:pt x="6834" y="2518"/>
                  </a:lnTo>
                  <a:cubicBezTo>
                    <a:pt x="6801" y="2093"/>
                    <a:pt x="6507" y="1700"/>
                    <a:pt x="6082" y="1570"/>
                  </a:cubicBezTo>
                  <a:cubicBezTo>
                    <a:pt x="5788" y="1472"/>
                    <a:pt x="5526" y="1210"/>
                    <a:pt x="5461" y="883"/>
                  </a:cubicBezTo>
                  <a:lnTo>
                    <a:pt x="523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26" name="Google Shape;1426;p55"/>
            <p:cNvSpPr/>
            <p:nvPr/>
          </p:nvSpPr>
          <p:spPr bwMode="auto">
            <a:xfrm>
              <a:off x="4780660" y="2127723"/>
              <a:ext cx="129209" cy="21721"/>
            </a:xfrm>
            <a:custGeom>
              <a:avLst/>
              <a:gdLst/>
              <a:ahLst/>
              <a:cxnLst/>
              <a:rect l="l" t="t" r="r" b="b"/>
              <a:pathLst>
                <a:path w="3532" h="589" fill="norm" stroke="1" extrusionOk="0">
                  <a:moveTo>
                    <a:pt x="131" y="0"/>
                  </a:moveTo>
                  <a:lnTo>
                    <a:pt x="0" y="589"/>
                  </a:lnTo>
                  <a:lnTo>
                    <a:pt x="3532" y="589"/>
                  </a:lnTo>
                  <a:lnTo>
                    <a:pt x="33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27" name="Google Shape;1427;p55"/>
            <p:cNvSpPr/>
            <p:nvPr/>
          </p:nvSpPr>
          <p:spPr bwMode="auto">
            <a:xfrm>
              <a:off x="4759112" y="2083101"/>
              <a:ext cx="171096" cy="50670"/>
            </a:xfrm>
            <a:custGeom>
              <a:avLst/>
              <a:gdLst/>
              <a:ahLst/>
              <a:cxnLst/>
              <a:rect l="l" t="t" r="r" b="b"/>
              <a:pathLst>
                <a:path w="4677" h="1374" fill="norm" stroke="1" extrusionOk="0">
                  <a:moveTo>
                    <a:pt x="491" y="0"/>
                  </a:moveTo>
                  <a:cubicBezTo>
                    <a:pt x="230" y="0"/>
                    <a:pt x="1" y="197"/>
                    <a:pt x="1" y="491"/>
                  </a:cubicBezTo>
                  <a:lnTo>
                    <a:pt x="1" y="883"/>
                  </a:lnTo>
                  <a:cubicBezTo>
                    <a:pt x="1" y="1145"/>
                    <a:pt x="230" y="1374"/>
                    <a:pt x="491" y="1374"/>
                  </a:cubicBezTo>
                  <a:lnTo>
                    <a:pt x="4186" y="1374"/>
                  </a:lnTo>
                  <a:cubicBezTo>
                    <a:pt x="4480" y="1374"/>
                    <a:pt x="4677" y="1145"/>
                    <a:pt x="4677" y="883"/>
                  </a:cubicBezTo>
                  <a:lnTo>
                    <a:pt x="4677" y="491"/>
                  </a:lnTo>
                  <a:cubicBezTo>
                    <a:pt x="4677" y="197"/>
                    <a:pt x="4480" y="0"/>
                    <a:pt x="41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28" name="Google Shape;1428;p55"/>
            <p:cNvSpPr/>
            <p:nvPr/>
          </p:nvSpPr>
          <p:spPr bwMode="auto">
            <a:xfrm>
              <a:off x="4775866" y="2096377"/>
              <a:ext cx="37" cy="22938"/>
            </a:xfrm>
            <a:custGeom>
              <a:avLst/>
              <a:gdLst/>
              <a:ahLst/>
              <a:cxnLst/>
              <a:rect l="l" t="t" r="r" b="b"/>
              <a:pathLst>
                <a:path w="1" h="622" fill="none" stroke="1" extrusionOk="0">
                  <a:moveTo>
                    <a:pt x="1" y="0"/>
                  </a:moveTo>
                  <a:lnTo>
                    <a:pt x="1" y="621"/>
                  </a:lnTo>
                </a:path>
              </a:pathLst>
            </a:custGeom>
            <a:noFill/>
            <a:ln w="3275" cap="rnd" cmpd="sng">
              <a:solidFill>
                <a:srgbClr val="3847DC"/>
              </a:solidFill>
              <a:prstDash val="solid"/>
              <a:miter lim="326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29" name="Google Shape;1429;p55"/>
            <p:cNvSpPr/>
            <p:nvPr/>
          </p:nvSpPr>
          <p:spPr bwMode="auto">
            <a:xfrm>
              <a:off x="4716053" y="2266384"/>
              <a:ext cx="258419" cy="94075"/>
            </a:xfrm>
            <a:custGeom>
              <a:avLst/>
              <a:gdLst/>
              <a:ahLst/>
              <a:cxnLst/>
              <a:rect l="l" t="t" r="r" b="b"/>
              <a:pathLst>
                <a:path w="7064" h="2551" fill="norm" stroke="1" extrusionOk="0">
                  <a:moveTo>
                    <a:pt x="197" y="0"/>
                  </a:moveTo>
                  <a:lnTo>
                    <a:pt x="1" y="2551"/>
                  </a:lnTo>
                  <a:lnTo>
                    <a:pt x="7063" y="2551"/>
                  </a:lnTo>
                  <a:lnTo>
                    <a:pt x="68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30" name="Google Shape;1430;p55"/>
            <p:cNvSpPr/>
            <p:nvPr/>
          </p:nvSpPr>
          <p:spPr bwMode="auto">
            <a:xfrm>
              <a:off x="4103605" y="688785"/>
              <a:ext cx="197399" cy="253975"/>
            </a:xfrm>
            <a:custGeom>
              <a:avLst/>
              <a:gdLst/>
              <a:ahLst/>
              <a:cxnLst/>
              <a:rect l="l" t="t" r="r" b="b"/>
              <a:pathLst>
                <a:path w="5396" h="6887" fill="norm" stroke="1" extrusionOk="0">
                  <a:moveTo>
                    <a:pt x="2227" y="1"/>
                  </a:moveTo>
                  <a:cubicBezTo>
                    <a:pt x="2105" y="1"/>
                    <a:pt x="1984" y="15"/>
                    <a:pt x="1864" y="43"/>
                  </a:cubicBezTo>
                  <a:cubicBezTo>
                    <a:pt x="654" y="337"/>
                    <a:pt x="0" y="2070"/>
                    <a:pt x="458" y="3967"/>
                  </a:cubicBezTo>
                  <a:cubicBezTo>
                    <a:pt x="871" y="5680"/>
                    <a:pt x="2032" y="6886"/>
                    <a:pt x="3169" y="6886"/>
                  </a:cubicBezTo>
                  <a:cubicBezTo>
                    <a:pt x="3290" y="6886"/>
                    <a:pt x="3412" y="6873"/>
                    <a:pt x="3532" y="6844"/>
                  </a:cubicBezTo>
                  <a:cubicBezTo>
                    <a:pt x="4741" y="6517"/>
                    <a:pt x="5395" y="4784"/>
                    <a:pt x="4938" y="2888"/>
                  </a:cubicBezTo>
                  <a:cubicBezTo>
                    <a:pt x="4524" y="1204"/>
                    <a:pt x="3363" y="1"/>
                    <a:pt x="22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31" name="Google Shape;1431;p55"/>
            <p:cNvSpPr/>
            <p:nvPr/>
          </p:nvSpPr>
          <p:spPr bwMode="auto">
            <a:xfrm>
              <a:off x="5016295" y="688785"/>
              <a:ext cx="196229" cy="253975"/>
            </a:xfrm>
            <a:custGeom>
              <a:avLst/>
              <a:gdLst/>
              <a:ahLst/>
              <a:cxnLst/>
              <a:rect l="l" t="t" r="r" b="b"/>
              <a:pathLst>
                <a:path w="5364" h="6887" fill="norm" stroke="1" extrusionOk="0">
                  <a:moveTo>
                    <a:pt x="3145" y="1"/>
                  </a:moveTo>
                  <a:cubicBezTo>
                    <a:pt x="2033" y="1"/>
                    <a:pt x="872" y="1204"/>
                    <a:pt x="459" y="2888"/>
                  </a:cubicBezTo>
                  <a:cubicBezTo>
                    <a:pt x="1" y="4784"/>
                    <a:pt x="622" y="6517"/>
                    <a:pt x="1865" y="6844"/>
                  </a:cubicBezTo>
                  <a:cubicBezTo>
                    <a:pt x="1985" y="6873"/>
                    <a:pt x="2106" y="6886"/>
                    <a:pt x="2227" y="6886"/>
                  </a:cubicBezTo>
                  <a:cubicBezTo>
                    <a:pt x="3364" y="6886"/>
                    <a:pt x="4522" y="5680"/>
                    <a:pt x="4906" y="3967"/>
                  </a:cubicBezTo>
                  <a:cubicBezTo>
                    <a:pt x="5363" y="2070"/>
                    <a:pt x="4742" y="337"/>
                    <a:pt x="3500" y="43"/>
                  </a:cubicBezTo>
                  <a:cubicBezTo>
                    <a:pt x="3383" y="15"/>
                    <a:pt x="3264" y="1"/>
                    <a:pt x="31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32" name="Google Shape;1432;p55"/>
            <p:cNvSpPr/>
            <p:nvPr/>
          </p:nvSpPr>
          <p:spPr bwMode="auto">
            <a:xfrm>
              <a:off x="5064147" y="728466"/>
              <a:ext cx="100529" cy="71653"/>
            </a:xfrm>
            <a:custGeom>
              <a:avLst/>
              <a:gdLst/>
              <a:ahLst/>
              <a:cxnLst/>
              <a:rect l="l" t="t" r="r" b="b"/>
              <a:pathLst>
                <a:path w="2748" h="1943" fill="norm" stroke="1" extrusionOk="0">
                  <a:moveTo>
                    <a:pt x="1927" y="1"/>
                  </a:moveTo>
                  <a:cubicBezTo>
                    <a:pt x="1663" y="1"/>
                    <a:pt x="1400" y="58"/>
                    <a:pt x="1145" y="177"/>
                  </a:cubicBezTo>
                  <a:cubicBezTo>
                    <a:pt x="589" y="537"/>
                    <a:pt x="197" y="1125"/>
                    <a:pt x="34" y="1779"/>
                  </a:cubicBezTo>
                  <a:cubicBezTo>
                    <a:pt x="1" y="1844"/>
                    <a:pt x="66" y="1943"/>
                    <a:pt x="132" y="1943"/>
                  </a:cubicBezTo>
                  <a:lnTo>
                    <a:pt x="197" y="1943"/>
                  </a:lnTo>
                  <a:cubicBezTo>
                    <a:pt x="262" y="1943"/>
                    <a:pt x="328" y="1877"/>
                    <a:pt x="328" y="1812"/>
                  </a:cubicBezTo>
                  <a:cubicBezTo>
                    <a:pt x="328" y="1812"/>
                    <a:pt x="589" y="798"/>
                    <a:pt x="1309" y="438"/>
                  </a:cubicBezTo>
                  <a:cubicBezTo>
                    <a:pt x="1505" y="340"/>
                    <a:pt x="1709" y="291"/>
                    <a:pt x="1914" y="291"/>
                  </a:cubicBezTo>
                  <a:cubicBezTo>
                    <a:pt x="2118" y="291"/>
                    <a:pt x="2322" y="340"/>
                    <a:pt x="2519" y="438"/>
                  </a:cubicBezTo>
                  <a:cubicBezTo>
                    <a:pt x="2543" y="447"/>
                    <a:pt x="2566" y="451"/>
                    <a:pt x="2586" y="451"/>
                  </a:cubicBezTo>
                  <a:cubicBezTo>
                    <a:pt x="2647" y="451"/>
                    <a:pt x="2690" y="414"/>
                    <a:pt x="2715" y="340"/>
                  </a:cubicBezTo>
                  <a:cubicBezTo>
                    <a:pt x="2747" y="275"/>
                    <a:pt x="2715" y="177"/>
                    <a:pt x="2649" y="144"/>
                  </a:cubicBezTo>
                  <a:cubicBezTo>
                    <a:pt x="2414" y="50"/>
                    <a:pt x="2170" y="1"/>
                    <a:pt x="19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33" name="Google Shape;1433;p55"/>
            <p:cNvSpPr/>
            <p:nvPr/>
          </p:nvSpPr>
          <p:spPr bwMode="auto">
            <a:xfrm>
              <a:off x="5099560" y="735768"/>
              <a:ext cx="69909" cy="116201"/>
            </a:xfrm>
            <a:custGeom>
              <a:avLst/>
              <a:gdLst/>
              <a:ahLst/>
              <a:cxnLst/>
              <a:rect l="l" t="t" r="r" b="b"/>
              <a:pathLst>
                <a:path w="1911" h="3151" fill="norm" stroke="1" extrusionOk="0">
                  <a:moveTo>
                    <a:pt x="218" y="0"/>
                  </a:moveTo>
                  <a:cubicBezTo>
                    <a:pt x="85" y="0"/>
                    <a:pt x="1" y="191"/>
                    <a:pt x="145" y="306"/>
                  </a:cubicBezTo>
                  <a:cubicBezTo>
                    <a:pt x="177" y="306"/>
                    <a:pt x="1518" y="1058"/>
                    <a:pt x="668" y="2954"/>
                  </a:cubicBezTo>
                  <a:cubicBezTo>
                    <a:pt x="635" y="3020"/>
                    <a:pt x="668" y="3118"/>
                    <a:pt x="733" y="3151"/>
                  </a:cubicBezTo>
                  <a:lnTo>
                    <a:pt x="799" y="3151"/>
                  </a:lnTo>
                  <a:cubicBezTo>
                    <a:pt x="864" y="3151"/>
                    <a:pt x="929" y="3118"/>
                    <a:pt x="962" y="3052"/>
                  </a:cubicBezTo>
                  <a:cubicBezTo>
                    <a:pt x="1910" y="927"/>
                    <a:pt x="275" y="12"/>
                    <a:pt x="275" y="12"/>
                  </a:cubicBezTo>
                  <a:cubicBezTo>
                    <a:pt x="256" y="4"/>
                    <a:pt x="236" y="0"/>
                    <a:pt x="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34" name="Google Shape;1434;p55"/>
            <p:cNvSpPr/>
            <p:nvPr/>
          </p:nvSpPr>
          <p:spPr bwMode="auto">
            <a:xfrm>
              <a:off x="4143847" y="728466"/>
              <a:ext cx="102138" cy="72869"/>
            </a:xfrm>
            <a:custGeom>
              <a:avLst/>
              <a:gdLst/>
              <a:ahLst/>
              <a:cxnLst/>
              <a:rect l="l" t="t" r="r" b="b"/>
              <a:pathLst>
                <a:path w="2792" h="1976" fill="norm" stroke="1" extrusionOk="0">
                  <a:moveTo>
                    <a:pt x="895" y="1"/>
                  </a:moveTo>
                  <a:cubicBezTo>
                    <a:pt x="654" y="1"/>
                    <a:pt x="411" y="50"/>
                    <a:pt x="175" y="144"/>
                  </a:cubicBezTo>
                  <a:cubicBezTo>
                    <a:pt x="1" y="232"/>
                    <a:pt x="85" y="449"/>
                    <a:pt x="222" y="449"/>
                  </a:cubicBezTo>
                  <a:cubicBezTo>
                    <a:pt x="238" y="449"/>
                    <a:pt x="256" y="446"/>
                    <a:pt x="273" y="438"/>
                  </a:cubicBezTo>
                  <a:cubicBezTo>
                    <a:pt x="470" y="357"/>
                    <a:pt x="682" y="316"/>
                    <a:pt x="895" y="316"/>
                  </a:cubicBezTo>
                  <a:cubicBezTo>
                    <a:pt x="1107" y="316"/>
                    <a:pt x="1320" y="357"/>
                    <a:pt x="1516" y="438"/>
                  </a:cubicBezTo>
                  <a:cubicBezTo>
                    <a:pt x="2235" y="831"/>
                    <a:pt x="2497" y="1844"/>
                    <a:pt x="2497" y="1844"/>
                  </a:cubicBezTo>
                  <a:cubicBezTo>
                    <a:pt x="2497" y="1910"/>
                    <a:pt x="2562" y="1943"/>
                    <a:pt x="2628" y="1943"/>
                  </a:cubicBezTo>
                  <a:lnTo>
                    <a:pt x="2660" y="1975"/>
                  </a:lnTo>
                  <a:cubicBezTo>
                    <a:pt x="2759" y="1943"/>
                    <a:pt x="2791" y="1844"/>
                    <a:pt x="2791" y="1779"/>
                  </a:cubicBezTo>
                  <a:cubicBezTo>
                    <a:pt x="2628" y="1125"/>
                    <a:pt x="2235" y="569"/>
                    <a:pt x="1647" y="177"/>
                  </a:cubicBezTo>
                  <a:cubicBezTo>
                    <a:pt x="1409" y="58"/>
                    <a:pt x="1154" y="1"/>
                    <a:pt x="8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35" name="Google Shape;1435;p55"/>
            <p:cNvSpPr/>
            <p:nvPr/>
          </p:nvSpPr>
          <p:spPr bwMode="auto">
            <a:xfrm>
              <a:off x="4140664" y="735694"/>
              <a:ext cx="69434" cy="116275"/>
            </a:xfrm>
            <a:custGeom>
              <a:avLst/>
              <a:gdLst/>
              <a:ahLst/>
              <a:cxnLst/>
              <a:rect l="l" t="t" r="r" b="b"/>
              <a:pathLst>
                <a:path w="1898" h="3153" fill="norm" stroke="1" extrusionOk="0">
                  <a:moveTo>
                    <a:pt x="1726" y="1"/>
                  </a:moveTo>
                  <a:cubicBezTo>
                    <a:pt x="1706" y="1"/>
                    <a:pt x="1686" y="5"/>
                    <a:pt x="1668" y="14"/>
                  </a:cubicBezTo>
                  <a:cubicBezTo>
                    <a:pt x="1636" y="14"/>
                    <a:pt x="1" y="896"/>
                    <a:pt x="982" y="3054"/>
                  </a:cubicBezTo>
                  <a:cubicBezTo>
                    <a:pt x="1014" y="3120"/>
                    <a:pt x="1080" y="3153"/>
                    <a:pt x="1113" y="3153"/>
                  </a:cubicBezTo>
                  <a:cubicBezTo>
                    <a:pt x="1145" y="3153"/>
                    <a:pt x="1178" y="3153"/>
                    <a:pt x="1178" y="3120"/>
                  </a:cubicBezTo>
                  <a:cubicBezTo>
                    <a:pt x="1276" y="3087"/>
                    <a:pt x="1309" y="3022"/>
                    <a:pt x="1276" y="2924"/>
                  </a:cubicBezTo>
                  <a:cubicBezTo>
                    <a:pt x="426" y="1027"/>
                    <a:pt x="1734" y="308"/>
                    <a:pt x="1799" y="275"/>
                  </a:cubicBezTo>
                  <a:cubicBezTo>
                    <a:pt x="1865" y="242"/>
                    <a:pt x="1897" y="144"/>
                    <a:pt x="1865" y="79"/>
                  </a:cubicBezTo>
                  <a:cubicBezTo>
                    <a:pt x="1841" y="31"/>
                    <a:pt x="1782" y="1"/>
                    <a:pt x="17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36" name="Google Shape;1436;p55"/>
            <p:cNvSpPr/>
            <p:nvPr/>
          </p:nvSpPr>
          <p:spPr bwMode="auto">
            <a:xfrm>
              <a:off x="4516306" y="986500"/>
              <a:ext cx="296684" cy="103036"/>
            </a:xfrm>
            <a:custGeom>
              <a:avLst/>
              <a:gdLst/>
              <a:ahLst/>
              <a:cxnLst/>
              <a:rect l="l" t="t" r="r" b="b"/>
              <a:pathLst>
                <a:path w="8110" h="2794" fill="norm" stroke="1" extrusionOk="0">
                  <a:moveTo>
                    <a:pt x="7868" y="1"/>
                  </a:moveTo>
                  <a:cubicBezTo>
                    <a:pt x="7809" y="1"/>
                    <a:pt x="7753" y="25"/>
                    <a:pt x="7717" y="79"/>
                  </a:cubicBezTo>
                  <a:cubicBezTo>
                    <a:pt x="6769" y="1452"/>
                    <a:pt x="5657" y="2237"/>
                    <a:pt x="4414" y="2368"/>
                  </a:cubicBezTo>
                  <a:cubicBezTo>
                    <a:pt x="4257" y="2387"/>
                    <a:pt x="4102" y="2396"/>
                    <a:pt x="3949" y="2396"/>
                  </a:cubicBezTo>
                  <a:cubicBezTo>
                    <a:pt x="1995" y="2396"/>
                    <a:pt x="392" y="960"/>
                    <a:pt x="392" y="929"/>
                  </a:cubicBezTo>
                  <a:cubicBezTo>
                    <a:pt x="343" y="897"/>
                    <a:pt x="286" y="880"/>
                    <a:pt x="233" y="880"/>
                  </a:cubicBezTo>
                  <a:cubicBezTo>
                    <a:pt x="180" y="880"/>
                    <a:pt x="131" y="897"/>
                    <a:pt x="98" y="929"/>
                  </a:cubicBezTo>
                  <a:cubicBezTo>
                    <a:pt x="0" y="1027"/>
                    <a:pt x="0" y="1158"/>
                    <a:pt x="98" y="1224"/>
                  </a:cubicBezTo>
                  <a:cubicBezTo>
                    <a:pt x="164" y="1289"/>
                    <a:pt x="1831" y="2793"/>
                    <a:pt x="3924" y="2793"/>
                  </a:cubicBezTo>
                  <a:cubicBezTo>
                    <a:pt x="4087" y="2793"/>
                    <a:pt x="4283" y="2793"/>
                    <a:pt x="4447" y="2760"/>
                  </a:cubicBezTo>
                  <a:cubicBezTo>
                    <a:pt x="5820" y="2630"/>
                    <a:pt x="7030" y="1779"/>
                    <a:pt x="8044" y="308"/>
                  </a:cubicBezTo>
                  <a:cubicBezTo>
                    <a:pt x="8109" y="210"/>
                    <a:pt x="8109" y="112"/>
                    <a:pt x="8011" y="46"/>
                  </a:cubicBezTo>
                  <a:cubicBezTo>
                    <a:pt x="7967" y="17"/>
                    <a:pt x="7916" y="1"/>
                    <a:pt x="78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37" name="Google Shape;1437;p55"/>
            <p:cNvSpPr/>
            <p:nvPr/>
          </p:nvSpPr>
          <p:spPr bwMode="auto">
            <a:xfrm>
              <a:off x="4775866" y="967103"/>
              <a:ext cx="65446" cy="46503"/>
            </a:xfrm>
            <a:custGeom>
              <a:avLst/>
              <a:gdLst/>
              <a:ahLst/>
              <a:cxnLst/>
              <a:rect l="l" t="t" r="r" b="b"/>
              <a:pathLst>
                <a:path w="1789" h="1261" fill="norm" stroke="1" extrusionOk="0">
                  <a:moveTo>
                    <a:pt x="234" y="0"/>
                  </a:moveTo>
                  <a:cubicBezTo>
                    <a:pt x="180" y="0"/>
                    <a:pt x="131" y="17"/>
                    <a:pt x="99" y="49"/>
                  </a:cubicBezTo>
                  <a:cubicBezTo>
                    <a:pt x="33" y="147"/>
                    <a:pt x="1" y="278"/>
                    <a:pt x="99" y="344"/>
                  </a:cubicBezTo>
                  <a:cubicBezTo>
                    <a:pt x="426" y="769"/>
                    <a:pt x="883" y="1096"/>
                    <a:pt x="1407" y="1259"/>
                  </a:cubicBezTo>
                  <a:lnTo>
                    <a:pt x="1472" y="1259"/>
                  </a:lnTo>
                  <a:cubicBezTo>
                    <a:pt x="1482" y="1260"/>
                    <a:pt x="1491" y="1261"/>
                    <a:pt x="1500" y="1261"/>
                  </a:cubicBezTo>
                  <a:cubicBezTo>
                    <a:pt x="1738" y="1261"/>
                    <a:pt x="1788" y="866"/>
                    <a:pt x="1505" y="834"/>
                  </a:cubicBezTo>
                  <a:cubicBezTo>
                    <a:pt x="1080" y="703"/>
                    <a:pt x="687" y="409"/>
                    <a:pt x="393" y="49"/>
                  </a:cubicBezTo>
                  <a:cubicBezTo>
                    <a:pt x="344" y="17"/>
                    <a:pt x="287" y="0"/>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38" name="Google Shape;1438;p55"/>
            <p:cNvSpPr/>
            <p:nvPr/>
          </p:nvSpPr>
          <p:spPr bwMode="auto">
            <a:xfrm>
              <a:off x="4589254" y="741004"/>
              <a:ext cx="90944" cy="172513"/>
            </a:xfrm>
            <a:custGeom>
              <a:avLst/>
              <a:gdLst/>
              <a:ahLst/>
              <a:cxnLst/>
              <a:rect l="l" t="t" r="r" b="b"/>
              <a:pathLst>
                <a:path w="2486" h="4678" fill="norm" stroke="1" extrusionOk="0">
                  <a:moveTo>
                    <a:pt x="2061" y="0"/>
                  </a:moveTo>
                  <a:cubicBezTo>
                    <a:pt x="1930" y="33"/>
                    <a:pt x="1864" y="131"/>
                    <a:pt x="1864" y="229"/>
                  </a:cubicBezTo>
                  <a:lnTo>
                    <a:pt x="1963" y="2224"/>
                  </a:lnTo>
                  <a:cubicBezTo>
                    <a:pt x="851" y="2322"/>
                    <a:pt x="1" y="2845"/>
                    <a:pt x="33" y="3532"/>
                  </a:cubicBezTo>
                  <a:cubicBezTo>
                    <a:pt x="65" y="4197"/>
                    <a:pt x="986" y="4678"/>
                    <a:pt x="2173" y="4678"/>
                  </a:cubicBezTo>
                  <a:cubicBezTo>
                    <a:pt x="2211" y="4678"/>
                    <a:pt x="2250" y="4677"/>
                    <a:pt x="2289" y="4676"/>
                  </a:cubicBezTo>
                  <a:cubicBezTo>
                    <a:pt x="2420" y="4643"/>
                    <a:pt x="2486" y="4545"/>
                    <a:pt x="2486" y="4415"/>
                  </a:cubicBezTo>
                  <a:cubicBezTo>
                    <a:pt x="2486" y="4317"/>
                    <a:pt x="2388" y="4218"/>
                    <a:pt x="2257" y="4218"/>
                  </a:cubicBezTo>
                  <a:cubicBezTo>
                    <a:pt x="2179" y="4223"/>
                    <a:pt x="2103" y="4226"/>
                    <a:pt x="2029" y="4226"/>
                  </a:cubicBezTo>
                  <a:cubicBezTo>
                    <a:pt x="1103" y="4226"/>
                    <a:pt x="458" y="3862"/>
                    <a:pt x="458" y="3499"/>
                  </a:cubicBezTo>
                  <a:cubicBezTo>
                    <a:pt x="426" y="3139"/>
                    <a:pt x="1145" y="2682"/>
                    <a:pt x="2191" y="2616"/>
                  </a:cubicBezTo>
                  <a:lnTo>
                    <a:pt x="2388" y="2616"/>
                  </a:lnTo>
                  <a:lnTo>
                    <a:pt x="2289" y="229"/>
                  </a:lnTo>
                  <a:cubicBezTo>
                    <a:pt x="2289" y="98"/>
                    <a:pt x="2191" y="0"/>
                    <a:pt x="20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39" name="Google Shape;1439;p55"/>
            <p:cNvSpPr/>
            <p:nvPr/>
          </p:nvSpPr>
          <p:spPr bwMode="auto">
            <a:xfrm>
              <a:off x="4763904" y="718951"/>
              <a:ext cx="220153" cy="64277"/>
            </a:xfrm>
            <a:custGeom>
              <a:avLst/>
              <a:gdLst/>
              <a:ahLst/>
              <a:cxnLst/>
              <a:rect l="l" t="t" r="r" b="b"/>
              <a:pathLst>
                <a:path w="6018" h="1743" fill="norm" stroke="1" extrusionOk="0">
                  <a:moveTo>
                    <a:pt x="3105" y="1"/>
                  </a:moveTo>
                  <a:cubicBezTo>
                    <a:pt x="1991" y="1"/>
                    <a:pt x="896" y="457"/>
                    <a:pt x="99" y="1318"/>
                  </a:cubicBezTo>
                  <a:cubicBezTo>
                    <a:pt x="1" y="1416"/>
                    <a:pt x="33" y="1579"/>
                    <a:pt x="131" y="1677"/>
                  </a:cubicBezTo>
                  <a:cubicBezTo>
                    <a:pt x="197" y="1710"/>
                    <a:pt x="229" y="1743"/>
                    <a:pt x="295" y="1743"/>
                  </a:cubicBezTo>
                  <a:cubicBezTo>
                    <a:pt x="393" y="1743"/>
                    <a:pt x="458" y="1710"/>
                    <a:pt x="491" y="1645"/>
                  </a:cubicBezTo>
                  <a:cubicBezTo>
                    <a:pt x="560" y="1576"/>
                    <a:pt x="1514" y="525"/>
                    <a:pt x="3048" y="525"/>
                  </a:cubicBezTo>
                  <a:cubicBezTo>
                    <a:pt x="3701" y="525"/>
                    <a:pt x="4458" y="716"/>
                    <a:pt x="5298" y="1252"/>
                  </a:cubicBezTo>
                  <a:cubicBezTo>
                    <a:pt x="5347" y="1269"/>
                    <a:pt x="5396" y="1277"/>
                    <a:pt x="5445" y="1277"/>
                  </a:cubicBezTo>
                  <a:cubicBezTo>
                    <a:pt x="5494" y="1277"/>
                    <a:pt x="5543" y="1269"/>
                    <a:pt x="5592" y="1252"/>
                  </a:cubicBezTo>
                  <a:lnTo>
                    <a:pt x="5690" y="925"/>
                  </a:lnTo>
                  <a:lnTo>
                    <a:pt x="6017" y="43"/>
                  </a:lnTo>
                  <a:lnTo>
                    <a:pt x="4938" y="435"/>
                  </a:lnTo>
                  <a:cubicBezTo>
                    <a:pt x="4353" y="142"/>
                    <a:pt x="3726" y="1"/>
                    <a:pt x="31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40" name="Google Shape;1440;p55"/>
            <p:cNvSpPr/>
            <p:nvPr/>
          </p:nvSpPr>
          <p:spPr bwMode="auto">
            <a:xfrm>
              <a:off x="4366752" y="598582"/>
              <a:ext cx="186644" cy="46097"/>
            </a:xfrm>
            <a:custGeom>
              <a:avLst/>
              <a:gdLst/>
              <a:ahLst/>
              <a:cxnLst/>
              <a:rect l="l" t="t" r="r" b="b"/>
              <a:pathLst>
                <a:path w="5102" h="1250" fill="norm" stroke="1" extrusionOk="0">
                  <a:moveTo>
                    <a:pt x="2747" y="0"/>
                  </a:moveTo>
                  <a:cubicBezTo>
                    <a:pt x="1294" y="0"/>
                    <a:pt x="132" y="887"/>
                    <a:pt x="132" y="887"/>
                  </a:cubicBezTo>
                  <a:cubicBezTo>
                    <a:pt x="33" y="952"/>
                    <a:pt x="1" y="1083"/>
                    <a:pt x="99" y="1181"/>
                  </a:cubicBezTo>
                  <a:cubicBezTo>
                    <a:pt x="139" y="1222"/>
                    <a:pt x="205" y="1249"/>
                    <a:pt x="264" y="1249"/>
                  </a:cubicBezTo>
                  <a:cubicBezTo>
                    <a:pt x="301" y="1249"/>
                    <a:pt x="335" y="1239"/>
                    <a:pt x="360" y="1214"/>
                  </a:cubicBezTo>
                  <a:cubicBezTo>
                    <a:pt x="425" y="1171"/>
                    <a:pt x="1446" y="400"/>
                    <a:pt x="2716" y="400"/>
                  </a:cubicBezTo>
                  <a:cubicBezTo>
                    <a:pt x="3368" y="400"/>
                    <a:pt x="4087" y="603"/>
                    <a:pt x="4775" y="1214"/>
                  </a:cubicBezTo>
                  <a:cubicBezTo>
                    <a:pt x="4807" y="1247"/>
                    <a:pt x="4873" y="1247"/>
                    <a:pt x="4905" y="1247"/>
                  </a:cubicBezTo>
                  <a:cubicBezTo>
                    <a:pt x="4971" y="1247"/>
                    <a:pt x="5004" y="1214"/>
                    <a:pt x="5036" y="1181"/>
                  </a:cubicBezTo>
                  <a:cubicBezTo>
                    <a:pt x="5102" y="1083"/>
                    <a:pt x="5102" y="952"/>
                    <a:pt x="5036" y="887"/>
                  </a:cubicBezTo>
                  <a:cubicBezTo>
                    <a:pt x="4273" y="222"/>
                    <a:pt x="3474" y="0"/>
                    <a:pt x="2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41" name="Google Shape;1441;p55"/>
            <p:cNvSpPr/>
            <p:nvPr/>
          </p:nvSpPr>
          <p:spPr bwMode="auto">
            <a:xfrm>
              <a:off x="4781867" y="598582"/>
              <a:ext cx="189021" cy="46243"/>
            </a:xfrm>
            <a:custGeom>
              <a:avLst/>
              <a:gdLst/>
              <a:ahLst/>
              <a:cxnLst/>
              <a:rect l="l" t="t" r="r" b="b"/>
              <a:pathLst>
                <a:path w="5167" h="1254" fill="norm" stroke="1" extrusionOk="0">
                  <a:moveTo>
                    <a:pt x="2787" y="0"/>
                  </a:moveTo>
                  <a:cubicBezTo>
                    <a:pt x="1341" y="0"/>
                    <a:pt x="185" y="887"/>
                    <a:pt x="164" y="887"/>
                  </a:cubicBezTo>
                  <a:cubicBezTo>
                    <a:pt x="0" y="968"/>
                    <a:pt x="176" y="1253"/>
                    <a:pt x="334" y="1253"/>
                  </a:cubicBezTo>
                  <a:cubicBezTo>
                    <a:pt x="366" y="1253"/>
                    <a:pt x="398" y="1241"/>
                    <a:pt x="425" y="1214"/>
                  </a:cubicBezTo>
                  <a:cubicBezTo>
                    <a:pt x="468" y="1171"/>
                    <a:pt x="1482" y="400"/>
                    <a:pt x="2749" y="400"/>
                  </a:cubicBezTo>
                  <a:cubicBezTo>
                    <a:pt x="3400" y="400"/>
                    <a:pt x="4119" y="603"/>
                    <a:pt x="4807" y="1214"/>
                  </a:cubicBezTo>
                  <a:cubicBezTo>
                    <a:pt x="4839" y="1247"/>
                    <a:pt x="4905" y="1247"/>
                    <a:pt x="4937" y="1247"/>
                  </a:cubicBezTo>
                  <a:cubicBezTo>
                    <a:pt x="5003" y="1247"/>
                    <a:pt x="5068" y="1214"/>
                    <a:pt x="5101" y="1181"/>
                  </a:cubicBezTo>
                  <a:cubicBezTo>
                    <a:pt x="5166" y="1083"/>
                    <a:pt x="5166" y="952"/>
                    <a:pt x="5068" y="887"/>
                  </a:cubicBezTo>
                  <a:cubicBezTo>
                    <a:pt x="4305" y="222"/>
                    <a:pt x="3510" y="0"/>
                    <a:pt x="27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42" name="Google Shape;1442;p55"/>
            <p:cNvSpPr/>
            <p:nvPr/>
          </p:nvSpPr>
          <p:spPr bwMode="auto">
            <a:xfrm>
              <a:off x="4355996" y="718951"/>
              <a:ext cx="220117" cy="64277"/>
            </a:xfrm>
            <a:custGeom>
              <a:avLst/>
              <a:gdLst/>
              <a:ahLst/>
              <a:cxnLst/>
              <a:rect l="l" t="t" r="r" b="b"/>
              <a:pathLst>
                <a:path w="6017" h="1743" fill="norm" stroke="1" extrusionOk="0">
                  <a:moveTo>
                    <a:pt x="2913" y="1"/>
                  </a:moveTo>
                  <a:cubicBezTo>
                    <a:pt x="2292" y="1"/>
                    <a:pt x="1665" y="142"/>
                    <a:pt x="1080" y="435"/>
                  </a:cubicBezTo>
                  <a:lnTo>
                    <a:pt x="0" y="43"/>
                  </a:lnTo>
                  <a:lnTo>
                    <a:pt x="327" y="925"/>
                  </a:lnTo>
                  <a:lnTo>
                    <a:pt x="426" y="1252"/>
                  </a:lnTo>
                  <a:cubicBezTo>
                    <a:pt x="475" y="1269"/>
                    <a:pt x="532" y="1277"/>
                    <a:pt x="585" y="1277"/>
                  </a:cubicBezTo>
                  <a:cubicBezTo>
                    <a:pt x="638" y="1277"/>
                    <a:pt x="687" y="1269"/>
                    <a:pt x="720" y="1252"/>
                  </a:cubicBezTo>
                  <a:cubicBezTo>
                    <a:pt x="1559" y="716"/>
                    <a:pt x="2317" y="525"/>
                    <a:pt x="2970" y="525"/>
                  </a:cubicBezTo>
                  <a:cubicBezTo>
                    <a:pt x="4504" y="525"/>
                    <a:pt x="5458" y="1576"/>
                    <a:pt x="5526" y="1645"/>
                  </a:cubicBezTo>
                  <a:cubicBezTo>
                    <a:pt x="5559" y="1710"/>
                    <a:pt x="5625" y="1743"/>
                    <a:pt x="5723" y="1743"/>
                  </a:cubicBezTo>
                  <a:cubicBezTo>
                    <a:pt x="5788" y="1743"/>
                    <a:pt x="5853" y="1710"/>
                    <a:pt x="5886" y="1677"/>
                  </a:cubicBezTo>
                  <a:cubicBezTo>
                    <a:pt x="5984" y="1579"/>
                    <a:pt x="6017" y="1416"/>
                    <a:pt x="5919" y="1318"/>
                  </a:cubicBezTo>
                  <a:cubicBezTo>
                    <a:pt x="5121" y="457"/>
                    <a:pt x="4027" y="1"/>
                    <a:pt x="29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43" name="Google Shape;1443;p55"/>
            <p:cNvSpPr/>
            <p:nvPr/>
          </p:nvSpPr>
          <p:spPr bwMode="auto">
            <a:xfrm>
              <a:off x="4839267" y="726511"/>
              <a:ext cx="82567" cy="70399"/>
            </a:xfrm>
            <a:custGeom>
              <a:avLst/>
              <a:gdLst/>
              <a:ahLst/>
              <a:cxnLst/>
              <a:rect l="l" t="t" r="r" b="b"/>
              <a:pathLst>
                <a:path w="2257" h="1909" fill="norm" stroke="1" extrusionOk="0">
                  <a:moveTo>
                    <a:pt x="982" y="1"/>
                  </a:moveTo>
                  <a:cubicBezTo>
                    <a:pt x="426" y="1"/>
                    <a:pt x="1" y="426"/>
                    <a:pt x="1" y="949"/>
                  </a:cubicBezTo>
                  <a:cubicBezTo>
                    <a:pt x="1" y="1527"/>
                    <a:pt x="484" y="1909"/>
                    <a:pt x="979" y="1909"/>
                  </a:cubicBezTo>
                  <a:cubicBezTo>
                    <a:pt x="1212" y="1909"/>
                    <a:pt x="1447" y="1824"/>
                    <a:pt x="1635" y="1636"/>
                  </a:cubicBezTo>
                  <a:cubicBezTo>
                    <a:pt x="2257" y="1015"/>
                    <a:pt x="1832" y="1"/>
                    <a:pt x="9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44" name="Google Shape;1444;p55"/>
            <p:cNvSpPr/>
            <p:nvPr/>
          </p:nvSpPr>
          <p:spPr bwMode="auto">
            <a:xfrm>
              <a:off x="4430151" y="726511"/>
              <a:ext cx="82567" cy="70399"/>
            </a:xfrm>
            <a:custGeom>
              <a:avLst/>
              <a:gdLst/>
              <a:ahLst/>
              <a:cxnLst/>
              <a:rect l="l" t="t" r="r" b="b"/>
              <a:pathLst>
                <a:path w="2257" h="1909" fill="norm" stroke="1" extrusionOk="0">
                  <a:moveTo>
                    <a:pt x="982" y="1"/>
                  </a:moveTo>
                  <a:cubicBezTo>
                    <a:pt x="426" y="1"/>
                    <a:pt x="1" y="426"/>
                    <a:pt x="1" y="949"/>
                  </a:cubicBezTo>
                  <a:cubicBezTo>
                    <a:pt x="1" y="1527"/>
                    <a:pt x="484" y="1909"/>
                    <a:pt x="979" y="1909"/>
                  </a:cubicBezTo>
                  <a:cubicBezTo>
                    <a:pt x="1212" y="1909"/>
                    <a:pt x="1447" y="1824"/>
                    <a:pt x="1636" y="1636"/>
                  </a:cubicBezTo>
                  <a:cubicBezTo>
                    <a:pt x="2257" y="1015"/>
                    <a:pt x="1832" y="1"/>
                    <a:pt x="9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45" name="Google Shape;1445;p55"/>
            <p:cNvSpPr/>
            <p:nvPr/>
          </p:nvSpPr>
          <p:spPr bwMode="auto">
            <a:xfrm>
              <a:off x="5012710" y="2541493"/>
              <a:ext cx="256041" cy="21610"/>
            </a:xfrm>
            <a:custGeom>
              <a:avLst/>
              <a:gdLst/>
              <a:ahLst/>
              <a:cxnLst/>
              <a:rect l="l" t="t" r="r" b="b"/>
              <a:pathLst>
                <a:path w="6999" h="586" fill="norm" stroke="1" extrusionOk="0">
                  <a:moveTo>
                    <a:pt x="5690" y="1"/>
                  </a:moveTo>
                  <a:cubicBezTo>
                    <a:pt x="3773" y="1"/>
                    <a:pt x="1865" y="179"/>
                    <a:pt x="1" y="551"/>
                  </a:cubicBezTo>
                  <a:cubicBezTo>
                    <a:pt x="406" y="575"/>
                    <a:pt x="816" y="585"/>
                    <a:pt x="1228" y="585"/>
                  </a:cubicBezTo>
                  <a:cubicBezTo>
                    <a:pt x="1979" y="585"/>
                    <a:pt x="2739" y="549"/>
                    <a:pt x="3500" y="486"/>
                  </a:cubicBezTo>
                  <a:cubicBezTo>
                    <a:pt x="4677" y="421"/>
                    <a:pt x="5854" y="257"/>
                    <a:pt x="6998" y="28"/>
                  </a:cubicBezTo>
                  <a:cubicBezTo>
                    <a:pt x="6562" y="10"/>
                    <a:pt x="6125" y="1"/>
                    <a:pt x="5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46" name="Google Shape;1446;p55"/>
            <p:cNvSpPr/>
            <p:nvPr/>
          </p:nvSpPr>
          <p:spPr bwMode="auto">
            <a:xfrm>
              <a:off x="5012710" y="2838691"/>
              <a:ext cx="234494" cy="16632"/>
            </a:xfrm>
            <a:custGeom>
              <a:avLst/>
              <a:gdLst/>
              <a:ahLst/>
              <a:cxnLst/>
              <a:rect l="l" t="t" r="r" b="b"/>
              <a:pathLst>
                <a:path w="6410" h="451" fill="norm" stroke="1" extrusionOk="0">
                  <a:moveTo>
                    <a:pt x="2396" y="1"/>
                  </a:moveTo>
                  <a:cubicBezTo>
                    <a:pt x="1589" y="1"/>
                    <a:pt x="786" y="38"/>
                    <a:pt x="1" y="111"/>
                  </a:cubicBezTo>
                  <a:cubicBezTo>
                    <a:pt x="1047" y="275"/>
                    <a:pt x="2093" y="405"/>
                    <a:pt x="3173" y="438"/>
                  </a:cubicBezTo>
                  <a:cubicBezTo>
                    <a:pt x="3442" y="446"/>
                    <a:pt x="3712" y="450"/>
                    <a:pt x="3982" y="450"/>
                  </a:cubicBezTo>
                  <a:cubicBezTo>
                    <a:pt x="4791" y="450"/>
                    <a:pt x="5600" y="414"/>
                    <a:pt x="6410" y="340"/>
                  </a:cubicBezTo>
                  <a:cubicBezTo>
                    <a:pt x="5331" y="144"/>
                    <a:pt x="4284" y="46"/>
                    <a:pt x="3205" y="13"/>
                  </a:cubicBezTo>
                  <a:cubicBezTo>
                    <a:pt x="2935" y="5"/>
                    <a:pt x="2666" y="1"/>
                    <a:pt x="23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47" name="Google Shape;1447;p55"/>
            <p:cNvSpPr/>
            <p:nvPr/>
          </p:nvSpPr>
          <p:spPr bwMode="auto">
            <a:xfrm>
              <a:off x="4046169" y="2138565"/>
              <a:ext cx="15584" cy="487189"/>
            </a:xfrm>
            <a:custGeom>
              <a:avLst/>
              <a:gdLst/>
              <a:ahLst/>
              <a:cxnLst/>
              <a:rect l="l" t="t" r="r" b="b"/>
              <a:pathLst>
                <a:path w="426" h="13211" fill="norm" stroke="1" extrusionOk="0">
                  <a:moveTo>
                    <a:pt x="197" y="0"/>
                  </a:moveTo>
                  <a:cubicBezTo>
                    <a:pt x="99" y="1079"/>
                    <a:pt x="99" y="2191"/>
                    <a:pt x="33" y="3303"/>
                  </a:cubicBezTo>
                  <a:cubicBezTo>
                    <a:pt x="1" y="4415"/>
                    <a:pt x="1" y="5526"/>
                    <a:pt x="1" y="6605"/>
                  </a:cubicBezTo>
                  <a:cubicBezTo>
                    <a:pt x="1" y="7717"/>
                    <a:pt x="1" y="8829"/>
                    <a:pt x="33" y="9941"/>
                  </a:cubicBezTo>
                  <a:lnTo>
                    <a:pt x="99" y="11576"/>
                  </a:lnTo>
                  <a:cubicBezTo>
                    <a:pt x="131" y="12099"/>
                    <a:pt x="164" y="12655"/>
                    <a:pt x="197" y="13210"/>
                  </a:cubicBezTo>
                  <a:cubicBezTo>
                    <a:pt x="262" y="12687"/>
                    <a:pt x="262" y="12131"/>
                    <a:pt x="295" y="11576"/>
                  </a:cubicBezTo>
                  <a:lnTo>
                    <a:pt x="360" y="9941"/>
                  </a:lnTo>
                  <a:cubicBezTo>
                    <a:pt x="393" y="8829"/>
                    <a:pt x="426" y="7717"/>
                    <a:pt x="393" y="6605"/>
                  </a:cubicBezTo>
                  <a:cubicBezTo>
                    <a:pt x="393" y="5526"/>
                    <a:pt x="393" y="4415"/>
                    <a:pt x="360" y="3303"/>
                  </a:cubicBezTo>
                  <a:cubicBezTo>
                    <a:pt x="328" y="2191"/>
                    <a:pt x="295" y="1112"/>
                    <a:pt x="1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48" name="Google Shape;1448;p55"/>
            <p:cNvSpPr/>
            <p:nvPr/>
          </p:nvSpPr>
          <p:spPr bwMode="auto">
            <a:xfrm>
              <a:off x="5259138" y="2138565"/>
              <a:ext cx="15584" cy="405173"/>
            </a:xfrm>
            <a:custGeom>
              <a:avLst/>
              <a:gdLst/>
              <a:ahLst/>
              <a:cxnLst/>
              <a:rect l="l" t="t" r="r" b="b"/>
              <a:pathLst>
                <a:path w="426" h="10987" fill="norm" stroke="1" extrusionOk="0">
                  <a:moveTo>
                    <a:pt x="197" y="0"/>
                  </a:moveTo>
                  <a:cubicBezTo>
                    <a:pt x="131" y="883"/>
                    <a:pt x="99" y="1832"/>
                    <a:pt x="33" y="2747"/>
                  </a:cubicBezTo>
                  <a:cubicBezTo>
                    <a:pt x="1" y="3663"/>
                    <a:pt x="1" y="4578"/>
                    <a:pt x="1" y="5494"/>
                  </a:cubicBezTo>
                  <a:cubicBezTo>
                    <a:pt x="1" y="6409"/>
                    <a:pt x="1" y="7325"/>
                    <a:pt x="33" y="8240"/>
                  </a:cubicBezTo>
                  <a:lnTo>
                    <a:pt x="99" y="9614"/>
                  </a:lnTo>
                  <a:cubicBezTo>
                    <a:pt x="131" y="10071"/>
                    <a:pt x="164" y="10529"/>
                    <a:pt x="197" y="10987"/>
                  </a:cubicBezTo>
                  <a:cubicBezTo>
                    <a:pt x="230" y="10529"/>
                    <a:pt x="262" y="10071"/>
                    <a:pt x="295" y="9614"/>
                  </a:cubicBezTo>
                  <a:lnTo>
                    <a:pt x="360" y="8240"/>
                  </a:lnTo>
                  <a:cubicBezTo>
                    <a:pt x="393" y="7325"/>
                    <a:pt x="426" y="6409"/>
                    <a:pt x="393" y="5494"/>
                  </a:cubicBezTo>
                  <a:cubicBezTo>
                    <a:pt x="393" y="4578"/>
                    <a:pt x="393" y="3663"/>
                    <a:pt x="360" y="2747"/>
                  </a:cubicBezTo>
                  <a:cubicBezTo>
                    <a:pt x="328" y="1832"/>
                    <a:pt x="295" y="916"/>
                    <a:pt x="1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49" name="Google Shape;1449;p55"/>
            <p:cNvSpPr/>
            <p:nvPr/>
          </p:nvSpPr>
          <p:spPr bwMode="auto">
            <a:xfrm>
              <a:off x="4479210" y="252631"/>
              <a:ext cx="302684" cy="255672"/>
            </a:xfrm>
            <a:custGeom>
              <a:avLst/>
              <a:gdLst/>
              <a:ahLst/>
              <a:cxnLst/>
              <a:rect l="l" t="t" r="r" b="b"/>
              <a:pathLst>
                <a:path w="8274" h="6933" fill="norm" stroke="1" extrusionOk="0">
                  <a:moveTo>
                    <a:pt x="8273" y="1"/>
                  </a:moveTo>
                  <a:cubicBezTo>
                    <a:pt x="8011" y="360"/>
                    <a:pt x="7848" y="818"/>
                    <a:pt x="7554" y="1178"/>
                  </a:cubicBezTo>
                  <a:lnTo>
                    <a:pt x="7129" y="1734"/>
                  </a:lnTo>
                  <a:lnTo>
                    <a:pt x="6704" y="2257"/>
                  </a:lnTo>
                  <a:cubicBezTo>
                    <a:pt x="6115" y="2976"/>
                    <a:pt x="5461" y="3597"/>
                    <a:pt x="4774" y="4186"/>
                  </a:cubicBezTo>
                  <a:cubicBezTo>
                    <a:pt x="4055" y="4742"/>
                    <a:pt x="3270" y="5265"/>
                    <a:pt x="2485" y="5723"/>
                  </a:cubicBezTo>
                  <a:cubicBezTo>
                    <a:pt x="2093" y="5952"/>
                    <a:pt x="1668" y="6148"/>
                    <a:pt x="1276" y="6377"/>
                  </a:cubicBezTo>
                  <a:cubicBezTo>
                    <a:pt x="851" y="6573"/>
                    <a:pt x="393" y="6769"/>
                    <a:pt x="0" y="6933"/>
                  </a:cubicBezTo>
                  <a:cubicBezTo>
                    <a:pt x="916" y="6736"/>
                    <a:pt x="1831" y="6409"/>
                    <a:pt x="2682" y="5984"/>
                  </a:cubicBezTo>
                  <a:cubicBezTo>
                    <a:pt x="3499" y="5592"/>
                    <a:pt x="4317" y="5069"/>
                    <a:pt x="5036" y="4480"/>
                  </a:cubicBezTo>
                  <a:cubicBezTo>
                    <a:pt x="5755" y="3892"/>
                    <a:pt x="6409" y="3205"/>
                    <a:pt x="6965" y="2453"/>
                  </a:cubicBezTo>
                  <a:cubicBezTo>
                    <a:pt x="7521" y="1701"/>
                    <a:pt x="7979" y="851"/>
                    <a:pt x="82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50" name="Google Shape;1450;p55"/>
            <p:cNvSpPr/>
            <p:nvPr/>
          </p:nvSpPr>
          <p:spPr bwMode="auto">
            <a:xfrm>
              <a:off x="5113206" y="1060551"/>
              <a:ext cx="62227" cy="495634"/>
            </a:xfrm>
            <a:custGeom>
              <a:avLst/>
              <a:gdLst/>
              <a:ahLst/>
              <a:cxnLst/>
              <a:rect l="l" t="t" r="r" b="b"/>
              <a:pathLst>
                <a:path w="1701" h="13440" fill="norm" stroke="1" extrusionOk="0">
                  <a:moveTo>
                    <a:pt x="295" y="0"/>
                  </a:moveTo>
                  <a:cubicBezTo>
                    <a:pt x="131" y="1145"/>
                    <a:pt x="66" y="2289"/>
                    <a:pt x="33" y="3434"/>
                  </a:cubicBezTo>
                  <a:cubicBezTo>
                    <a:pt x="0" y="4578"/>
                    <a:pt x="33" y="5690"/>
                    <a:pt x="99" y="6834"/>
                  </a:cubicBezTo>
                  <a:cubicBezTo>
                    <a:pt x="164" y="7979"/>
                    <a:pt x="327" y="9123"/>
                    <a:pt x="556" y="10235"/>
                  </a:cubicBezTo>
                  <a:cubicBezTo>
                    <a:pt x="785" y="11347"/>
                    <a:pt x="1145" y="12426"/>
                    <a:pt x="1701" y="13439"/>
                  </a:cubicBezTo>
                  <a:cubicBezTo>
                    <a:pt x="1603" y="13178"/>
                    <a:pt x="1505" y="12916"/>
                    <a:pt x="1406" y="12622"/>
                  </a:cubicBezTo>
                  <a:cubicBezTo>
                    <a:pt x="1341" y="12360"/>
                    <a:pt x="1276" y="12066"/>
                    <a:pt x="1210" y="11804"/>
                  </a:cubicBezTo>
                  <a:cubicBezTo>
                    <a:pt x="1112" y="11575"/>
                    <a:pt x="1080" y="11281"/>
                    <a:pt x="1014" y="10987"/>
                  </a:cubicBezTo>
                  <a:cubicBezTo>
                    <a:pt x="949" y="10725"/>
                    <a:pt x="916" y="10464"/>
                    <a:pt x="883" y="10169"/>
                  </a:cubicBezTo>
                  <a:cubicBezTo>
                    <a:pt x="687" y="9058"/>
                    <a:pt x="589" y="7946"/>
                    <a:pt x="524" y="6802"/>
                  </a:cubicBezTo>
                  <a:cubicBezTo>
                    <a:pt x="426" y="5690"/>
                    <a:pt x="393" y="4545"/>
                    <a:pt x="327" y="3434"/>
                  </a:cubicBezTo>
                  <a:cubicBezTo>
                    <a:pt x="295" y="2845"/>
                    <a:pt x="295" y="2289"/>
                    <a:pt x="295" y="1733"/>
                  </a:cubicBezTo>
                  <a:lnTo>
                    <a:pt x="29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51" name="Google Shape;1451;p55"/>
            <p:cNvSpPr/>
            <p:nvPr/>
          </p:nvSpPr>
          <p:spPr bwMode="auto">
            <a:xfrm>
              <a:off x="6217520" y="2112050"/>
              <a:ext cx="70604" cy="586057"/>
            </a:xfrm>
            <a:custGeom>
              <a:avLst/>
              <a:gdLst/>
              <a:ahLst/>
              <a:cxnLst/>
              <a:rect l="l" t="t" r="r" b="b"/>
              <a:pathLst>
                <a:path w="1930" h="15892" fill="norm" stroke="1" extrusionOk="0">
                  <a:moveTo>
                    <a:pt x="1" y="0"/>
                  </a:moveTo>
                  <a:lnTo>
                    <a:pt x="1" y="15891"/>
                  </a:lnTo>
                  <a:lnTo>
                    <a:pt x="1930" y="15891"/>
                  </a:lnTo>
                  <a:lnTo>
                    <a:pt x="19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52" name="Google Shape;1452;p55"/>
            <p:cNvSpPr/>
            <p:nvPr/>
          </p:nvSpPr>
          <p:spPr bwMode="auto">
            <a:xfrm>
              <a:off x="6217520" y="2581099"/>
              <a:ext cx="70604" cy="117012"/>
            </a:xfrm>
            <a:custGeom>
              <a:avLst/>
              <a:gdLst/>
              <a:ahLst/>
              <a:cxnLst/>
              <a:rect l="l" t="t" r="r" b="b"/>
              <a:pathLst>
                <a:path w="1930" h="3173" fill="norm" stroke="1" extrusionOk="0">
                  <a:moveTo>
                    <a:pt x="1" y="1"/>
                  </a:moveTo>
                  <a:lnTo>
                    <a:pt x="1" y="3172"/>
                  </a:lnTo>
                  <a:lnTo>
                    <a:pt x="1930" y="3172"/>
                  </a:lnTo>
                  <a:lnTo>
                    <a:pt x="19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53" name="Google Shape;1453;p55"/>
            <p:cNvSpPr/>
            <p:nvPr/>
          </p:nvSpPr>
          <p:spPr bwMode="auto">
            <a:xfrm>
              <a:off x="5867049" y="2595593"/>
              <a:ext cx="568199" cy="381055"/>
            </a:xfrm>
            <a:custGeom>
              <a:avLst/>
              <a:gdLst/>
              <a:ahLst/>
              <a:cxnLst/>
              <a:rect l="l" t="t" r="r" b="b"/>
              <a:pathLst>
                <a:path w="15532" h="10333" fill="norm" stroke="1" extrusionOk="0">
                  <a:moveTo>
                    <a:pt x="1602" y="0"/>
                  </a:moveTo>
                  <a:cubicBezTo>
                    <a:pt x="719" y="0"/>
                    <a:pt x="0" y="719"/>
                    <a:pt x="0" y="1635"/>
                  </a:cubicBezTo>
                  <a:lnTo>
                    <a:pt x="0" y="10333"/>
                  </a:lnTo>
                  <a:lnTo>
                    <a:pt x="15532" y="10333"/>
                  </a:lnTo>
                  <a:lnTo>
                    <a:pt x="15532" y="1635"/>
                  </a:lnTo>
                  <a:cubicBezTo>
                    <a:pt x="15532" y="752"/>
                    <a:pt x="14812" y="0"/>
                    <a:pt x="139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54" name="Google Shape;1454;p55"/>
            <p:cNvSpPr/>
            <p:nvPr/>
          </p:nvSpPr>
          <p:spPr bwMode="auto">
            <a:xfrm>
              <a:off x="5811991" y="2869300"/>
              <a:ext cx="678276" cy="106133"/>
            </a:xfrm>
            <a:custGeom>
              <a:avLst/>
              <a:gdLst/>
              <a:ahLst/>
              <a:cxnLst/>
              <a:rect l="l" t="t" r="r" b="b"/>
              <a:pathLst>
                <a:path w="18541" h="2878" fill="norm" stroke="1" extrusionOk="0">
                  <a:moveTo>
                    <a:pt x="1342" y="0"/>
                  </a:moveTo>
                  <a:cubicBezTo>
                    <a:pt x="589" y="0"/>
                    <a:pt x="1" y="589"/>
                    <a:pt x="1" y="1308"/>
                  </a:cubicBezTo>
                  <a:lnTo>
                    <a:pt x="1" y="2878"/>
                  </a:lnTo>
                  <a:lnTo>
                    <a:pt x="18541" y="2878"/>
                  </a:lnTo>
                  <a:lnTo>
                    <a:pt x="18541" y="1308"/>
                  </a:lnTo>
                  <a:cubicBezTo>
                    <a:pt x="18541" y="589"/>
                    <a:pt x="17952" y="0"/>
                    <a:pt x="172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55" name="Google Shape;1455;p55"/>
            <p:cNvSpPr/>
            <p:nvPr/>
          </p:nvSpPr>
          <p:spPr bwMode="auto">
            <a:xfrm>
              <a:off x="6217520" y="2112050"/>
              <a:ext cx="70604" cy="14493"/>
            </a:xfrm>
            <a:custGeom>
              <a:avLst/>
              <a:gdLst/>
              <a:ahLst/>
              <a:cxnLst/>
              <a:rect l="l" t="t" r="r" b="b"/>
              <a:pathLst>
                <a:path w="1930" h="393" fill="norm" stroke="1" extrusionOk="0">
                  <a:moveTo>
                    <a:pt x="1" y="0"/>
                  </a:moveTo>
                  <a:lnTo>
                    <a:pt x="1" y="392"/>
                  </a:lnTo>
                  <a:lnTo>
                    <a:pt x="1930" y="392"/>
                  </a:lnTo>
                  <a:lnTo>
                    <a:pt x="19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56" name="Google Shape;1456;p55"/>
            <p:cNvSpPr/>
            <p:nvPr/>
          </p:nvSpPr>
          <p:spPr bwMode="auto">
            <a:xfrm>
              <a:off x="6179255" y="2075873"/>
              <a:ext cx="145964" cy="36214"/>
            </a:xfrm>
            <a:custGeom>
              <a:avLst/>
              <a:gdLst/>
              <a:ahLst/>
              <a:cxnLst/>
              <a:rect l="l" t="t" r="r" b="b"/>
              <a:pathLst>
                <a:path w="3990" h="982" fill="norm" stroke="1" extrusionOk="0">
                  <a:moveTo>
                    <a:pt x="0" y="0"/>
                  </a:moveTo>
                  <a:cubicBezTo>
                    <a:pt x="0" y="164"/>
                    <a:pt x="33" y="294"/>
                    <a:pt x="98" y="425"/>
                  </a:cubicBezTo>
                  <a:cubicBezTo>
                    <a:pt x="262" y="752"/>
                    <a:pt x="589" y="981"/>
                    <a:pt x="949" y="981"/>
                  </a:cubicBezTo>
                  <a:lnTo>
                    <a:pt x="3041" y="981"/>
                  </a:lnTo>
                  <a:cubicBezTo>
                    <a:pt x="3303" y="981"/>
                    <a:pt x="3532" y="883"/>
                    <a:pt x="3695" y="687"/>
                  </a:cubicBezTo>
                  <a:cubicBezTo>
                    <a:pt x="3793" y="621"/>
                    <a:pt x="3859" y="523"/>
                    <a:pt x="3891" y="425"/>
                  </a:cubicBezTo>
                  <a:cubicBezTo>
                    <a:pt x="3957" y="294"/>
                    <a:pt x="3989" y="164"/>
                    <a:pt x="39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57" name="Google Shape;1457;p55"/>
            <p:cNvSpPr/>
            <p:nvPr/>
          </p:nvSpPr>
          <p:spPr bwMode="auto">
            <a:xfrm>
              <a:off x="6179255" y="2075873"/>
              <a:ext cx="145964" cy="15710"/>
            </a:xfrm>
            <a:custGeom>
              <a:avLst/>
              <a:gdLst/>
              <a:ahLst/>
              <a:cxnLst/>
              <a:rect l="l" t="t" r="r" b="b"/>
              <a:pathLst>
                <a:path w="3990" h="426" fill="norm" stroke="1" extrusionOk="0">
                  <a:moveTo>
                    <a:pt x="0" y="0"/>
                  </a:moveTo>
                  <a:cubicBezTo>
                    <a:pt x="0" y="164"/>
                    <a:pt x="33" y="294"/>
                    <a:pt x="98" y="425"/>
                  </a:cubicBezTo>
                  <a:lnTo>
                    <a:pt x="3891" y="425"/>
                  </a:lnTo>
                  <a:cubicBezTo>
                    <a:pt x="3957" y="294"/>
                    <a:pt x="3989" y="164"/>
                    <a:pt x="39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58" name="Google Shape;1458;p55"/>
            <p:cNvSpPr/>
            <p:nvPr/>
          </p:nvSpPr>
          <p:spPr bwMode="auto">
            <a:xfrm>
              <a:off x="6047663" y="1925116"/>
              <a:ext cx="409139" cy="150792"/>
            </a:xfrm>
            <a:custGeom>
              <a:avLst/>
              <a:gdLst/>
              <a:ahLst/>
              <a:cxnLst/>
              <a:rect l="l" t="t" r="r" b="b"/>
              <a:pathLst>
                <a:path w="11184" h="4089" fill="norm" stroke="1" extrusionOk="0">
                  <a:moveTo>
                    <a:pt x="883" y="1"/>
                  </a:moveTo>
                  <a:cubicBezTo>
                    <a:pt x="393" y="1"/>
                    <a:pt x="0" y="393"/>
                    <a:pt x="0" y="884"/>
                  </a:cubicBezTo>
                  <a:lnTo>
                    <a:pt x="0" y="3238"/>
                  </a:lnTo>
                  <a:cubicBezTo>
                    <a:pt x="0" y="3696"/>
                    <a:pt x="393" y="4088"/>
                    <a:pt x="883" y="4088"/>
                  </a:cubicBezTo>
                  <a:lnTo>
                    <a:pt x="10300" y="4088"/>
                  </a:lnTo>
                  <a:cubicBezTo>
                    <a:pt x="10791" y="4088"/>
                    <a:pt x="11183" y="3696"/>
                    <a:pt x="11183" y="3238"/>
                  </a:cubicBezTo>
                  <a:lnTo>
                    <a:pt x="11183" y="884"/>
                  </a:lnTo>
                  <a:cubicBezTo>
                    <a:pt x="11183" y="393"/>
                    <a:pt x="10791" y="1"/>
                    <a:pt x="103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59" name="Google Shape;1459;p55"/>
            <p:cNvSpPr/>
            <p:nvPr/>
          </p:nvSpPr>
          <p:spPr bwMode="auto">
            <a:xfrm>
              <a:off x="6081174" y="1962510"/>
              <a:ext cx="346912" cy="77221"/>
            </a:xfrm>
            <a:custGeom>
              <a:avLst/>
              <a:gdLst/>
              <a:ahLst/>
              <a:cxnLst/>
              <a:rect l="l" t="t" r="r" b="b"/>
              <a:pathLst>
                <a:path w="9483" h="2094" fill="norm" stroke="1" extrusionOk="0">
                  <a:moveTo>
                    <a:pt x="0" y="1"/>
                  </a:moveTo>
                  <a:lnTo>
                    <a:pt x="0" y="2093"/>
                  </a:lnTo>
                  <a:lnTo>
                    <a:pt x="9483" y="2093"/>
                  </a:lnTo>
                  <a:lnTo>
                    <a:pt x="948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60" name="Google Shape;1460;p55"/>
            <p:cNvSpPr/>
            <p:nvPr/>
          </p:nvSpPr>
          <p:spPr bwMode="auto">
            <a:xfrm>
              <a:off x="5926827" y="2649397"/>
              <a:ext cx="197436" cy="170485"/>
            </a:xfrm>
            <a:custGeom>
              <a:avLst/>
              <a:gdLst/>
              <a:ahLst/>
              <a:cxnLst/>
              <a:rect l="l" t="t" r="r" b="b"/>
              <a:pathLst>
                <a:path w="5397" h="4623" fill="norm" stroke="1" extrusionOk="0">
                  <a:moveTo>
                    <a:pt x="2350" y="0"/>
                  </a:moveTo>
                  <a:cubicBezTo>
                    <a:pt x="1151" y="0"/>
                    <a:pt x="1" y="933"/>
                    <a:pt x="1" y="2334"/>
                  </a:cubicBezTo>
                  <a:cubicBezTo>
                    <a:pt x="1" y="3609"/>
                    <a:pt x="1047" y="4623"/>
                    <a:pt x="2323" y="4623"/>
                  </a:cubicBezTo>
                  <a:cubicBezTo>
                    <a:pt x="4383" y="4623"/>
                    <a:pt x="5396" y="2138"/>
                    <a:pt x="3957" y="666"/>
                  </a:cubicBezTo>
                  <a:cubicBezTo>
                    <a:pt x="3487" y="206"/>
                    <a:pt x="2913" y="0"/>
                    <a:pt x="235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61" name="Google Shape;1461;p55"/>
            <p:cNvSpPr/>
            <p:nvPr/>
          </p:nvSpPr>
          <p:spPr bwMode="auto">
            <a:xfrm>
              <a:off x="5998604" y="2686017"/>
              <a:ext cx="26376" cy="97688"/>
            </a:xfrm>
            <a:custGeom>
              <a:avLst/>
              <a:gdLst/>
              <a:ahLst/>
              <a:cxnLst/>
              <a:rect l="l" t="t" r="r" b="b"/>
              <a:pathLst>
                <a:path w="721" h="2649" fill="norm" stroke="1" extrusionOk="0">
                  <a:moveTo>
                    <a:pt x="1" y="0"/>
                  </a:moveTo>
                  <a:lnTo>
                    <a:pt x="1" y="2649"/>
                  </a:lnTo>
                  <a:lnTo>
                    <a:pt x="720" y="2649"/>
                  </a:lnTo>
                  <a:lnTo>
                    <a:pt x="7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62" name="Google Shape;1462;p55"/>
            <p:cNvSpPr/>
            <p:nvPr/>
          </p:nvSpPr>
          <p:spPr bwMode="auto">
            <a:xfrm>
              <a:off x="5963923" y="2722194"/>
              <a:ext cx="95736" cy="25335"/>
            </a:xfrm>
            <a:custGeom>
              <a:avLst/>
              <a:gdLst/>
              <a:ahLst/>
              <a:cxnLst/>
              <a:rect l="l" t="t" r="r" b="b"/>
              <a:pathLst>
                <a:path w="2617" h="687" fill="norm" stroke="1" extrusionOk="0">
                  <a:moveTo>
                    <a:pt x="1" y="0"/>
                  </a:moveTo>
                  <a:lnTo>
                    <a:pt x="1" y="687"/>
                  </a:lnTo>
                  <a:lnTo>
                    <a:pt x="2616" y="687"/>
                  </a:lnTo>
                  <a:lnTo>
                    <a:pt x="261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63" name="Google Shape;1463;p55"/>
            <p:cNvSpPr/>
            <p:nvPr/>
          </p:nvSpPr>
          <p:spPr bwMode="auto">
            <a:xfrm>
              <a:off x="2214762" y="1374787"/>
              <a:ext cx="1724938" cy="1115913"/>
            </a:xfrm>
            <a:custGeom>
              <a:avLst/>
              <a:gdLst/>
              <a:ahLst/>
              <a:cxnLst/>
              <a:rect l="l" t="t" r="r" b="b"/>
              <a:pathLst>
                <a:path w="47152" h="30260" fill="norm" stroke="1" extrusionOk="0">
                  <a:moveTo>
                    <a:pt x="3741" y="1"/>
                  </a:moveTo>
                  <a:cubicBezTo>
                    <a:pt x="3540" y="1"/>
                    <a:pt x="3331" y="31"/>
                    <a:pt x="3140" y="79"/>
                  </a:cubicBezTo>
                  <a:cubicBezTo>
                    <a:pt x="1309" y="471"/>
                    <a:pt x="1" y="2074"/>
                    <a:pt x="34" y="3970"/>
                  </a:cubicBezTo>
                  <a:lnTo>
                    <a:pt x="34" y="26303"/>
                  </a:lnTo>
                  <a:cubicBezTo>
                    <a:pt x="1" y="28494"/>
                    <a:pt x="1799" y="30259"/>
                    <a:pt x="3957" y="30259"/>
                  </a:cubicBezTo>
                  <a:lnTo>
                    <a:pt x="43195" y="30259"/>
                  </a:lnTo>
                  <a:cubicBezTo>
                    <a:pt x="45386" y="30259"/>
                    <a:pt x="47152" y="28494"/>
                    <a:pt x="47152" y="26303"/>
                  </a:cubicBezTo>
                  <a:lnTo>
                    <a:pt x="47152" y="3970"/>
                  </a:lnTo>
                  <a:cubicBezTo>
                    <a:pt x="47152" y="1799"/>
                    <a:pt x="45418" y="13"/>
                    <a:pt x="43254" y="13"/>
                  </a:cubicBezTo>
                  <a:cubicBezTo>
                    <a:pt x="43234" y="13"/>
                    <a:pt x="43215" y="13"/>
                    <a:pt x="43195" y="14"/>
                  </a:cubicBezTo>
                  <a:lnTo>
                    <a:pt x="3957" y="14"/>
                  </a:lnTo>
                  <a:cubicBezTo>
                    <a:pt x="3887" y="5"/>
                    <a:pt x="3815" y="1"/>
                    <a:pt x="37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64" name="Google Shape;1464;p55"/>
            <p:cNvSpPr/>
            <p:nvPr/>
          </p:nvSpPr>
          <p:spPr bwMode="auto">
            <a:xfrm>
              <a:off x="2214762" y="1377663"/>
              <a:ext cx="1716561" cy="1114217"/>
            </a:xfrm>
            <a:custGeom>
              <a:avLst/>
              <a:gdLst/>
              <a:ahLst/>
              <a:cxnLst/>
              <a:rect l="l" t="t" r="r" b="b"/>
              <a:pathLst>
                <a:path w="46923" h="30214" fill="norm" stroke="1" extrusionOk="0">
                  <a:moveTo>
                    <a:pt x="3140" y="1"/>
                  </a:moveTo>
                  <a:cubicBezTo>
                    <a:pt x="1309" y="393"/>
                    <a:pt x="1" y="1996"/>
                    <a:pt x="34" y="3892"/>
                  </a:cubicBezTo>
                  <a:lnTo>
                    <a:pt x="34" y="26258"/>
                  </a:lnTo>
                  <a:cubicBezTo>
                    <a:pt x="1" y="28416"/>
                    <a:pt x="1799" y="30214"/>
                    <a:pt x="3957" y="30214"/>
                  </a:cubicBezTo>
                  <a:lnTo>
                    <a:pt x="43195" y="30214"/>
                  </a:lnTo>
                  <a:cubicBezTo>
                    <a:pt x="44863" y="30214"/>
                    <a:pt x="46334" y="29168"/>
                    <a:pt x="46923" y="27631"/>
                  </a:cubicBezTo>
                  <a:cubicBezTo>
                    <a:pt x="19783" y="27402"/>
                    <a:pt x="7489" y="8928"/>
                    <a:pt x="31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65" name="Google Shape;1465;p55"/>
            <p:cNvSpPr/>
            <p:nvPr/>
          </p:nvSpPr>
          <p:spPr bwMode="auto">
            <a:xfrm>
              <a:off x="2946875" y="2267564"/>
              <a:ext cx="263175" cy="709081"/>
            </a:xfrm>
            <a:custGeom>
              <a:avLst/>
              <a:gdLst/>
              <a:ahLst/>
              <a:cxnLst/>
              <a:rect l="l" t="t" r="r" b="b"/>
              <a:pathLst>
                <a:path w="7194" h="19228" fill="norm" stroke="1" extrusionOk="0">
                  <a:moveTo>
                    <a:pt x="3242" y="1"/>
                  </a:moveTo>
                  <a:cubicBezTo>
                    <a:pt x="1503" y="1"/>
                    <a:pt x="33" y="1395"/>
                    <a:pt x="0" y="3173"/>
                  </a:cubicBezTo>
                  <a:lnTo>
                    <a:pt x="0" y="19228"/>
                  </a:lnTo>
                  <a:lnTo>
                    <a:pt x="7194" y="19228"/>
                  </a:lnTo>
                  <a:lnTo>
                    <a:pt x="7194" y="3173"/>
                  </a:lnTo>
                  <a:cubicBezTo>
                    <a:pt x="7129" y="1395"/>
                    <a:pt x="5690" y="1"/>
                    <a:pt x="3920" y="1"/>
                  </a:cubicBezTo>
                  <a:cubicBezTo>
                    <a:pt x="3900" y="1"/>
                    <a:pt x="3879" y="1"/>
                    <a:pt x="3859" y="1"/>
                  </a:cubicBezTo>
                  <a:lnTo>
                    <a:pt x="3303" y="1"/>
                  </a:lnTo>
                  <a:cubicBezTo>
                    <a:pt x="3283" y="1"/>
                    <a:pt x="3262" y="1"/>
                    <a:pt x="32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66" name="Google Shape;1466;p55"/>
            <p:cNvSpPr/>
            <p:nvPr/>
          </p:nvSpPr>
          <p:spPr bwMode="auto">
            <a:xfrm>
              <a:off x="2946875" y="2679969"/>
              <a:ext cx="262004" cy="176090"/>
            </a:xfrm>
            <a:custGeom>
              <a:avLst/>
              <a:gdLst/>
              <a:ahLst/>
              <a:cxnLst/>
              <a:rect l="l" t="t" r="r" b="b"/>
              <a:pathLst>
                <a:path w="7162" h="4775" fill="norm" stroke="1" extrusionOk="0">
                  <a:moveTo>
                    <a:pt x="0" y="1"/>
                  </a:moveTo>
                  <a:lnTo>
                    <a:pt x="0" y="4775"/>
                  </a:lnTo>
                  <a:lnTo>
                    <a:pt x="7161" y="4775"/>
                  </a:lnTo>
                  <a:lnTo>
                    <a:pt x="71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67" name="Google Shape;1467;p55"/>
            <p:cNvSpPr/>
            <p:nvPr/>
          </p:nvSpPr>
          <p:spPr bwMode="auto">
            <a:xfrm>
              <a:off x="2312880" y="2726988"/>
              <a:ext cx="1529953" cy="259323"/>
            </a:xfrm>
            <a:custGeom>
              <a:avLst/>
              <a:gdLst/>
              <a:ahLst/>
              <a:cxnLst/>
              <a:rect l="l" t="t" r="r" b="b"/>
              <a:pathLst>
                <a:path w="41822" h="7032" fill="norm" stroke="1" extrusionOk="0">
                  <a:moveTo>
                    <a:pt x="38348" y="1"/>
                  </a:moveTo>
                  <a:cubicBezTo>
                    <a:pt x="38328" y="1"/>
                    <a:pt x="38309" y="1"/>
                    <a:pt x="38290" y="1"/>
                  </a:cubicBezTo>
                  <a:lnTo>
                    <a:pt x="3532" y="1"/>
                  </a:lnTo>
                  <a:cubicBezTo>
                    <a:pt x="1602" y="1"/>
                    <a:pt x="0" y="1571"/>
                    <a:pt x="0" y="3500"/>
                  </a:cubicBezTo>
                  <a:lnTo>
                    <a:pt x="0" y="7031"/>
                  </a:lnTo>
                  <a:lnTo>
                    <a:pt x="41821" y="7031"/>
                  </a:lnTo>
                  <a:lnTo>
                    <a:pt x="41821" y="3500"/>
                  </a:lnTo>
                  <a:cubicBezTo>
                    <a:pt x="41821" y="1590"/>
                    <a:pt x="40251" y="1"/>
                    <a:pt x="383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68" name="Google Shape;1468;p55"/>
            <p:cNvSpPr/>
            <p:nvPr/>
          </p:nvSpPr>
          <p:spPr bwMode="auto">
            <a:xfrm>
              <a:off x="2949253" y="1545274"/>
              <a:ext cx="296684" cy="299113"/>
            </a:xfrm>
            <a:custGeom>
              <a:avLst/>
              <a:gdLst/>
              <a:ahLst/>
              <a:cxnLst/>
              <a:rect l="l" t="t" r="r" b="b"/>
              <a:pathLst>
                <a:path w="8110" h="8111" fill="norm" stroke="1" extrusionOk="0">
                  <a:moveTo>
                    <a:pt x="4055" y="1"/>
                  </a:moveTo>
                  <a:cubicBezTo>
                    <a:pt x="1832" y="1"/>
                    <a:pt x="1" y="1832"/>
                    <a:pt x="1" y="4056"/>
                  </a:cubicBezTo>
                  <a:cubicBezTo>
                    <a:pt x="1" y="6279"/>
                    <a:pt x="1832" y="8110"/>
                    <a:pt x="4055" y="8110"/>
                  </a:cubicBezTo>
                  <a:cubicBezTo>
                    <a:pt x="6311" y="8110"/>
                    <a:pt x="8110" y="6279"/>
                    <a:pt x="8110" y="4056"/>
                  </a:cubicBezTo>
                  <a:cubicBezTo>
                    <a:pt x="8110" y="1832"/>
                    <a:pt x="6311" y="1"/>
                    <a:pt x="4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69" name="Google Shape;1469;p55"/>
            <p:cNvSpPr/>
            <p:nvPr/>
          </p:nvSpPr>
          <p:spPr bwMode="auto">
            <a:xfrm>
              <a:off x="3074845" y="1609182"/>
              <a:ext cx="45509" cy="171296"/>
            </a:xfrm>
            <a:custGeom>
              <a:avLst/>
              <a:gdLst/>
              <a:ahLst/>
              <a:cxnLst/>
              <a:rect l="l" t="t" r="r" b="b"/>
              <a:pathLst>
                <a:path w="1244" h="4645" fill="norm" stroke="1" extrusionOk="0">
                  <a:moveTo>
                    <a:pt x="1" y="1"/>
                  </a:moveTo>
                  <a:lnTo>
                    <a:pt x="1" y="4644"/>
                  </a:lnTo>
                  <a:lnTo>
                    <a:pt x="1243" y="4644"/>
                  </a:lnTo>
                  <a:lnTo>
                    <a:pt x="124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70" name="Google Shape;1470;p55"/>
            <p:cNvSpPr/>
            <p:nvPr/>
          </p:nvSpPr>
          <p:spPr bwMode="auto">
            <a:xfrm>
              <a:off x="3013860" y="1671912"/>
              <a:ext cx="168682" cy="45839"/>
            </a:xfrm>
            <a:custGeom>
              <a:avLst/>
              <a:gdLst/>
              <a:ahLst/>
              <a:cxnLst/>
              <a:rect l="l" t="t" r="r" b="b"/>
              <a:pathLst>
                <a:path w="4611" h="1243" fill="norm" stroke="1" extrusionOk="0">
                  <a:moveTo>
                    <a:pt x="0" y="0"/>
                  </a:moveTo>
                  <a:lnTo>
                    <a:pt x="0" y="1243"/>
                  </a:lnTo>
                  <a:lnTo>
                    <a:pt x="4611" y="1243"/>
                  </a:lnTo>
                  <a:lnTo>
                    <a:pt x="46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71" name="Google Shape;1471;p55"/>
            <p:cNvSpPr/>
            <p:nvPr/>
          </p:nvSpPr>
          <p:spPr bwMode="auto">
            <a:xfrm>
              <a:off x="2312880" y="2878962"/>
              <a:ext cx="1529953" cy="91677"/>
            </a:xfrm>
            <a:custGeom>
              <a:avLst/>
              <a:gdLst/>
              <a:ahLst/>
              <a:cxnLst/>
              <a:rect l="l" t="t" r="r" b="b"/>
              <a:pathLst>
                <a:path w="41822" h="2486" fill="norm" stroke="1" extrusionOk="0">
                  <a:moveTo>
                    <a:pt x="0" y="0"/>
                  </a:moveTo>
                  <a:lnTo>
                    <a:pt x="0" y="2485"/>
                  </a:lnTo>
                  <a:lnTo>
                    <a:pt x="41821" y="2485"/>
                  </a:lnTo>
                  <a:lnTo>
                    <a:pt x="418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72" name="Google Shape;1472;p55"/>
            <p:cNvSpPr/>
            <p:nvPr/>
          </p:nvSpPr>
          <p:spPr bwMode="auto">
            <a:xfrm>
              <a:off x="1600862" y="3150273"/>
              <a:ext cx="5620616" cy="2434579"/>
            </a:xfrm>
            <a:custGeom>
              <a:avLst/>
              <a:gdLst/>
              <a:ahLst/>
              <a:cxnLst/>
              <a:rect l="l" t="t" r="r" b="b"/>
              <a:pathLst>
                <a:path w="261424" h="66018" fill="norm" stroke="1" extrusionOk="0">
                  <a:moveTo>
                    <a:pt x="1" y="0"/>
                  </a:moveTo>
                  <a:lnTo>
                    <a:pt x="1" y="66018"/>
                  </a:lnTo>
                  <a:lnTo>
                    <a:pt x="261423" y="66018"/>
                  </a:lnTo>
                  <a:lnTo>
                    <a:pt x="2614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73" name="Google Shape;1473;p55"/>
            <p:cNvSpPr/>
            <p:nvPr/>
          </p:nvSpPr>
          <p:spPr bwMode="auto">
            <a:xfrm>
              <a:off x="1356900" y="2924764"/>
              <a:ext cx="6107806" cy="225543"/>
            </a:xfrm>
            <a:custGeom>
              <a:avLst/>
              <a:gdLst/>
              <a:ahLst/>
              <a:cxnLst/>
              <a:rect l="l" t="t" r="r" b="b"/>
              <a:pathLst>
                <a:path w="284084" h="6116" fill="norm" stroke="1" extrusionOk="0">
                  <a:moveTo>
                    <a:pt x="1" y="1"/>
                  </a:moveTo>
                  <a:lnTo>
                    <a:pt x="1" y="6115"/>
                  </a:lnTo>
                  <a:lnTo>
                    <a:pt x="284083" y="6115"/>
                  </a:lnTo>
                  <a:lnTo>
                    <a:pt x="28408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74" name="Google Shape;1474;p55"/>
            <p:cNvSpPr/>
            <p:nvPr/>
          </p:nvSpPr>
          <p:spPr bwMode="auto">
            <a:xfrm>
              <a:off x="3810625" y="3885849"/>
              <a:ext cx="1273853" cy="1132262"/>
            </a:xfrm>
            <a:custGeom>
              <a:avLst/>
              <a:gdLst/>
              <a:ahLst/>
              <a:cxnLst/>
              <a:rect l="l" t="t" r="r" b="b"/>
              <a:pathLst>
                <a:path w="18148" h="16002" fill="norm" stroke="1" extrusionOk="0">
                  <a:moveTo>
                    <a:pt x="9067" y="1"/>
                  </a:moveTo>
                  <a:cubicBezTo>
                    <a:pt x="8061" y="1"/>
                    <a:pt x="7038" y="192"/>
                    <a:pt x="6050" y="595"/>
                  </a:cubicBezTo>
                  <a:cubicBezTo>
                    <a:pt x="1962" y="2263"/>
                    <a:pt x="0" y="6939"/>
                    <a:pt x="1701" y="11026"/>
                  </a:cubicBezTo>
                  <a:cubicBezTo>
                    <a:pt x="2965" y="14125"/>
                    <a:pt x="5940" y="16002"/>
                    <a:pt x="9086" y="16002"/>
                  </a:cubicBezTo>
                  <a:cubicBezTo>
                    <a:pt x="10089" y="16002"/>
                    <a:pt x="11110" y="15811"/>
                    <a:pt x="12099" y="15407"/>
                  </a:cubicBezTo>
                  <a:cubicBezTo>
                    <a:pt x="16186" y="13740"/>
                    <a:pt x="18148" y="9064"/>
                    <a:pt x="16480" y="4977"/>
                  </a:cubicBezTo>
                  <a:cubicBezTo>
                    <a:pt x="15216" y="1878"/>
                    <a:pt x="12223" y="1"/>
                    <a:pt x="90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75" name="Google Shape;1475;p55"/>
            <p:cNvSpPr/>
            <p:nvPr/>
          </p:nvSpPr>
          <p:spPr bwMode="auto">
            <a:xfrm>
              <a:off x="4363753" y="4129188"/>
              <a:ext cx="169936" cy="645591"/>
            </a:xfrm>
            <a:custGeom>
              <a:avLst/>
              <a:gdLst/>
              <a:ahLst/>
              <a:cxnLst/>
              <a:rect l="l" t="t" r="r" b="b"/>
              <a:pathLst>
                <a:path w="2421" h="9124" fill="norm" stroke="1" extrusionOk="0">
                  <a:moveTo>
                    <a:pt x="1" y="1"/>
                  </a:moveTo>
                  <a:lnTo>
                    <a:pt x="1" y="9124"/>
                  </a:lnTo>
                  <a:lnTo>
                    <a:pt x="2420" y="9124"/>
                  </a:lnTo>
                  <a:lnTo>
                    <a:pt x="24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76" name="Google Shape;1476;p55"/>
            <p:cNvSpPr/>
            <p:nvPr/>
          </p:nvSpPr>
          <p:spPr bwMode="auto">
            <a:xfrm>
              <a:off x="4127339" y="4367502"/>
              <a:ext cx="642753" cy="171304"/>
            </a:xfrm>
            <a:custGeom>
              <a:avLst/>
              <a:gdLst/>
              <a:ahLst/>
              <a:cxnLst/>
              <a:rect l="l" t="t" r="r" b="b"/>
              <a:pathLst>
                <a:path w="9157" h="2421" fill="norm" stroke="1" extrusionOk="0">
                  <a:moveTo>
                    <a:pt x="1" y="1"/>
                  </a:moveTo>
                  <a:lnTo>
                    <a:pt x="1" y="2421"/>
                  </a:lnTo>
                  <a:lnTo>
                    <a:pt x="9156" y="2421"/>
                  </a:lnTo>
                  <a:lnTo>
                    <a:pt x="91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sp>
        <p:nvSpPr>
          <p:cNvPr id="524517623" name="Google Shape;1477;p55"/>
          <p:cNvSpPr txBox="1"/>
          <p:nvPr>
            <p:ph type="ctrTitle"/>
          </p:nvPr>
        </p:nvSpPr>
        <p:spPr bwMode="auto">
          <a:xfrm flipH="0" flipV="0">
            <a:off x="3829399" y="1065724"/>
            <a:ext cx="5204081" cy="1542299"/>
          </a:xfrm>
          <a:prstGeom prst="rect">
            <a:avLst/>
          </a:prstGeom>
        </p:spPr>
        <p:txBody>
          <a:bodyPr spcFirstLastPara="1" wrap="square" lIns="91424" tIns="91424" rIns="91424" bIns="91424" anchor="b" anchorCtr="0">
            <a:noAutofit/>
          </a:bodyPr>
          <a:lstStyle/>
          <a:p>
            <a:pPr marL="0" lvl="0" indent="0" algn="r" rtl="0">
              <a:spcBef>
                <a:spcPts val="0"/>
              </a:spcBef>
              <a:spcAft>
                <a:spcPts val="0"/>
              </a:spcAft>
              <a:buNone/>
              <a:defRPr/>
            </a:pPr>
            <a:r>
              <a:rPr lang="en-US" sz="5300" b="1" i="0" u="none" strike="noStrike" cap="none" spc="0">
                <a:solidFill>
                  <a:schemeClr val="dk1"/>
                </a:solidFill>
                <a:latin typeface="Bahnschrift SemiBold"/>
                <a:ea typeface="Bahnschrift SemiBold"/>
                <a:cs typeface="Bahnschrift SemiBold"/>
              </a:rPr>
              <a:t>Pharmaceutical</a:t>
            </a:r>
            <a:r>
              <a:rPr lang="en-US" sz="3900" b="1" i="0" u="none" strike="noStrike" cap="none" spc="0">
                <a:solidFill>
                  <a:schemeClr val="dk1"/>
                </a:solidFill>
                <a:latin typeface="Bahnschrift SemiBold"/>
                <a:ea typeface="Bahnschrift SemiBold"/>
                <a:cs typeface="Bahnschrift SemiBold"/>
              </a:rPr>
              <a:t>Marketing </a:t>
            </a:r>
            <a:r>
              <a:rPr lang="en-US" sz="3900" b="1" i="0" u="none" strike="noStrike" cap="none" spc="0">
                <a:solidFill>
                  <a:schemeClr val="dk1"/>
                </a:solidFill>
                <a:latin typeface="Bahnschrift SemiBold"/>
                <a:ea typeface="Bahnschrift SemiBold"/>
                <a:cs typeface="Bahnschrift SemiBold"/>
              </a:rPr>
              <a:t>Ethics</a:t>
            </a:r>
            <a:endParaRPr sz="3900">
              <a:solidFill>
                <a:schemeClr val="accent2"/>
              </a:solidFill>
            </a:endParaRPr>
          </a:p>
        </p:txBody>
      </p:sp>
      <p:sp>
        <p:nvSpPr>
          <p:cNvPr id="2067491392" name="Google Shape;1478;p55"/>
          <p:cNvSpPr txBox="1"/>
          <p:nvPr>
            <p:ph type="subTitle" idx="1"/>
          </p:nvPr>
        </p:nvSpPr>
        <p:spPr bwMode="auto">
          <a:xfrm>
            <a:off x="5404275" y="2537450"/>
            <a:ext cx="3026400" cy="733200"/>
          </a:xfrm>
          <a:prstGeom prst="rect">
            <a:avLst/>
          </a:prstGeom>
        </p:spPr>
        <p:txBody>
          <a:bodyPr spcFirstLastPara="1" wrap="square" lIns="91425" tIns="91425" rIns="91425" bIns="91425" anchor="t" anchorCtr="0">
            <a:noAutofit/>
          </a:bodyPr>
          <a:lstStyle/>
          <a:p>
            <a:pPr>
              <a:defRPr/>
            </a:pPr>
            <a:r>
              <a:rPr lang="en-US" sz="1800" b="0" i="0" u="none" strike="noStrike" cap="none" spc="0">
                <a:solidFill>
                  <a:schemeClr val="dk1"/>
                </a:solidFill>
                <a:latin typeface="Gudea"/>
                <a:ea typeface="Gudea"/>
                <a:cs typeface="Gudea"/>
              </a:rPr>
              <a:t>Under supervision by </a:t>
            </a:r>
            <a:endParaRPr sz="1800"/>
          </a:p>
          <a:p>
            <a:pPr>
              <a:defRPr/>
            </a:pPr>
            <a:r>
              <a:rPr lang="en"/>
              <a:t> </a:t>
            </a:r>
            <a:r>
              <a:rPr lang="en-US" sz="1800" b="1" i="0" u="none" strike="noStrike" cap="none" spc="0">
                <a:solidFill>
                  <a:schemeClr val="dk1"/>
                </a:solidFill>
                <a:latin typeface="Gudea"/>
                <a:ea typeface="Gudea"/>
                <a:cs typeface="Gudea"/>
              </a:rPr>
              <a:t>Magdy </a:t>
            </a:r>
            <a:r>
              <a:rPr lang="en-US" sz="1800" b="1" i="0" u="none" strike="noStrike" cap="none" spc="0">
                <a:solidFill>
                  <a:schemeClr val="dk1"/>
                </a:solidFill>
                <a:latin typeface="Gudea"/>
                <a:ea typeface="Gudea"/>
                <a:cs typeface="Gudea"/>
              </a:rPr>
              <a:t>Thabet</a:t>
            </a:r>
            <a:endParaRPr sz="1800" b="1"/>
          </a:p>
          <a:p>
            <a:pPr marL="0" lvl="0" indent="0" algn="r"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5638113" name="Google Shape;1483;p56"/>
          <p:cNvSpPr txBox="1"/>
          <p:nvPr>
            <p:ph type="title"/>
          </p:nvPr>
        </p:nvSpPr>
        <p:spPr bwMode="auto">
          <a:xfrm>
            <a:off x="713224" y="539499"/>
            <a:ext cx="7717500" cy="572699"/>
          </a:xfrm>
          <a:prstGeom prst="rect">
            <a:avLst/>
          </a:prstGeom>
        </p:spPr>
        <p:txBody>
          <a:bodyPr spcFirstLastPara="1" wrap="square" lIns="91424" tIns="91424" rIns="91424" bIns="91424" anchor="t" anchorCtr="0">
            <a:noAutofit/>
          </a:bodyPr>
          <a:lstStyle/>
          <a:p>
            <a:pPr marL="0" lvl="0" indent="0" algn="ctr" rtl="0">
              <a:spcBef>
                <a:spcPts val="0"/>
              </a:spcBef>
              <a:spcAft>
                <a:spcPts val="0"/>
              </a:spcAft>
              <a:buNone/>
              <a:defRPr/>
            </a:pPr>
            <a:r>
              <a:rPr lang="en-US" sz="2800" b="1" i="0" u="none" strike="noStrike" cap="none" spc="0">
                <a:solidFill>
                  <a:srgbClr val="023047"/>
                </a:solidFill>
                <a:latin typeface="Josefin Sans"/>
                <a:ea typeface="Josefin Sans"/>
                <a:cs typeface="Josefin Sans"/>
              </a:rPr>
              <a:t>Objective</a:t>
            </a:r>
            <a:endParaRPr/>
          </a:p>
        </p:txBody>
      </p:sp>
      <p:sp>
        <p:nvSpPr>
          <p:cNvPr id="1876795664" name="Google Shape;1484;p56"/>
          <p:cNvSpPr txBox="1"/>
          <p:nvPr>
            <p:ph type="body" idx="1"/>
          </p:nvPr>
        </p:nvSpPr>
        <p:spPr bwMode="auto">
          <a:xfrm>
            <a:off x="713224" y="1086583"/>
            <a:ext cx="7717500" cy="3521999"/>
          </a:xfrm>
          <a:prstGeom prst="rect">
            <a:avLst/>
          </a:prstGeom>
        </p:spPr>
        <p:txBody>
          <a:bodyPr spcFirstLastPara="1" wrap="square" lIns="91424" tIns="91424" rIns="91424" bIns="91424" anchor="t" anchorCtr="0">
            <a:noAutofit/>
          </a:bodyPr>
          <a:lstStyle/>
          <a:p>
            <a:pPr>
              <a:defRPr/>
            </a:pPr>
            <a:r>
              <a:rPr lang="en" sz="1400" b="0" i="0" u="none" strike="noStrike" cap="none" spc="0">
                <a:solidFill>
                  <a:schemeClr val="dk1"/>
                </a:solidFill>
                <a:latin typeface="Gudea"/>
                <a:ea typeface="Gudea"/>
                <a:cs typeface="Gudea"/>
              </a:rPr>
              <a:t>Pharmaceutical marketing is presently the most organized and comprehensive information system for updating physicians about the availability, safety, efficacy, hazards, and techniques of using medicines.</a:t>
            </a:r>
            <a:endParaRPr lang="en" sz="1400" b="0" i="0" u="none" strike="noStrike" cap="none" spc="0">
              <a:solidFill>
                <a:schemeClr val="dk1"/>
              </a:solidFill>
              <a:latin typeface="Gudea"/>
              <a:cs typeface="Gudea"/>
            </a:endParaRPr>
          </a:p>
          <a:p>
            <a:pPr>
              <a:defRPr/>
            </a:pPr>
            <a:r>
              <a:rPr lang="en" sz="1400" b="0" i="0" u="none" strike="noStrike" cap="none" spc="0">
                <a:solidFill>
                  <a:schemeClr val="dk1"/>
                </a:solidFill>
                <a:latin typeface="Gudea"/>
                <a:ea typeface="Gudea"/>
                <a:cs typeface="Gudea"/>
              </a:rPr>
              <a:t>Pharmaceutical Ethical marketing is a technique that highlights a company’s values—honesty, transparency, responsibility, or adherence to fair trade principles—as a promotional strategy. Ethical marketing teams focus on adverting a drug and making a profit, they aim to do so while upholding their ethical standards, on the other hand unethical pharmaceutical marketing emphasizes profit at the expense of all other criteria. Unethical marketing tactics which also considered some of the main issues for marketing ethics, include communicating to customer bases with false claims, unsolicited advertisements, making financial deals with the physician.</a:t>
            </a:r>
            <a:endParaRPr lang="en" sz="1400" b="0" i="0" u="none" strike="noStrike" cap="none" spc="0">
              <a:solidFill>
                <a:schemeClr val="dk1"/>
              </a:solidFill>
              <a:latin typeface="Gudea"/>
              <a:cs typeface="Gudea"/>
            </a:endParaRPr>
          </a:p>
          <a:p>
            <a:pPr marL="914400" lvl="0" indent="-301624" algn="l" rtl="0">
              <a:spcBef>
                <a:spcPts val="0"/>
              </a:spcBef>
              <a:spcAft>
                <a:spcPts val="0"/>
              </a:spcAft>
              <a:buClr>
                <a:schemeClr val="dk1"/>
              </a:buClr>
              <a:buSzPts val="1150"/>
              <a:buChar char="●"/>
              <a:defRPr/>
            </a:pPr>
            <a:r>
              <a:rPr lang="en" sz="1400" b="0" i="0" u="none" strike="noStrike" cap="none" spc="0">
                <a:solidFill>
                  <a:schemeClr val="dk1"/>
                </a:solidFill>
                <a:latin typeface="Gudea"/>
                <a:ea typeface="Gudea"/>
                <a:cs typeface="Gudea"/>
              </a:rPr>
              <a:t>Confronting the unethical ways and achieving the ethical ones depend on some factors like, TRAIN EMPLOYEES ON LAWS AND REGULATIONS, LOOK TO PARTNER RATHER THAN SELL, ACT RESPONSIBLY.</a:t>
            </a:r>
            <a:endParaRPr/>
          </a:p>
          <a:p>
            <a:pPr marL="0" lvl="0" indent="0" algn="l" rtl="0">
              <a:spcBef>
                <a:spcPts val="0"/>
              </a:spcBef>
              <a:spcAft>
                <a:spcPts val="0"/>
              </a:spcAft>
              <a:buNone/>
              <a:defRPr/>
            </a:pPr>
            <a:endParaRPr/>
          </a:p>
          <a:p>
            <a:pPr algn="ctr">
              <a:defRPr/>
            </a:pPr>
            <a:r>
              <a:rPr lang="en-US" sz="1150" b="1" i="0" u="none" strike="noStrike" cap="all" spc="59">
                <a:solidFill>
                  <a:srgbClr val="023047"/>
                </a:solidFill>
                <a:latin typeface="Britannic Bold"/>
                <a:ea typeface="Times New Roman"/>
                <a:cs typeface="Times New Roman"/>
              </a:rPr>
              <a:t>Finally, we will discuss more in the research about the issues of ethical marketing and putting tactics that may support it.</a:t>
            </a:r>
            <a:endParaRPr sz="1150" b="1" i="1">
              <a:solidFill>
                <a:srgbClr val="023047"/>
              </a:solidFill>
              <a:latin typeface="Britannic Bold"/>
              <a:ea typeface="Times New Roman"/>
              <a:cs typeface="Times New Roman"/>
            </a:endParaRPr>
          </a:p>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8504279" name="Google Shape;1483;p56"/>
          <p:cNvSpPr txBox="1"/>
          <p:nvPr>
            <p:ph type="title"/>
          </p:nvPr>
        </p:nvSpPr>
        <p:spPr bwMode="auto">
          <a:xfrm>
            <a:off x="713225" y="539500"/>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defRPr/>
            </a:pPr>
            <a:r>
              <a:rPr lang="en-US" sz="2800" b="1" i="0" u="none" strike="noStrike" cap="none" spc="0">
                <a:solidFill>
                  <a:srgbClr val="023047"/>
                </a:solidFill>
                <a:latin typeface="Josefin Sans"/>
                <a:ea typeface="Josefin Sans"/>
                <a:cs typeface="Josefin Sans"/>
              </a:rPr>
              <a:t>Summary</a:t>
            </a:r>
            <a:endParaRPr/>
          </a:p>
        </p:txBody>
      </p:sp>
      <p:sp>
        <p:nvSpPr>
          <p:cNvPr id="2080078575" name="Google Shape;1484;p56"/>
          <p:cNvSpPr txBox="1"/>
          <p:nvPr>
            <p:ph type="body" idx="1"/>
          </p:nvPr>
        </p:nvSpPr>
        <p:spPr bwMode="auto">
          <a:xfrm>
            <a:off x="713225" y="1086584"/>
            <a:ext cx="7717500" cy="3522000"/>
          </a:xfrm>
          <a:prstGeom prst="rect">
            <a:avLst/>
          </a:prstGeom>
        </p:spPr>
        <p:txBody>
          <a:bodyPr spcFirstLastPara="1" wrap="square" lIns="91425" tIns="91425" rIns="91425" bIns="91425" anchor="t" anchorCtr="0">
            <a:noAutofit/>
          </a:bodyPr>
          <a:lstStyle/>
          <a:p>
            <a:pPr marL="152399" indent="0" algn="ctr">
              <a:buClr>
                <a:srgbClr val="434343"/>
              </a:buClr>
              <a:buSzPts val="1200"/>
              <a:buFont typeface="Gudea"/>
              <a:buNone/>
              <a:defRPr/>
            </a:pPr>
            <a:r>
              <a:rPr lang="en-US" sz="1400" b="1" i="1" u="none" strike="noStrike" cap="none" spc="0">
                <a:solidFill>
                  <a:srgbClr val="023047"/>
                </a:solidFill>
                <a:latin typeface="Britannic Bold"/>
                <a:ea typeface="Britannic Bold"/>
                <a:cs typeface="Britannic Bold"/>
              </a:rPr>
              <a:t>Pharmaceutical marketing ethics are best demonstrated through acts of fairness, integrity, and responsibility. If an organization acts responsibly to the markets, societies and communities it markets itself within, it will always demonstrate itself in a positive light. Honesty goes a long way in a world where consumers are well aware of manipulative sales and marketing ploys that organizations have been deploying for decades. A pharmaceutical organization that acts responsibly with its marketing activities will build more trust with those it seeks out for its products and services. All of the above marketing principles and ethics all set out to achieve the same thing: To develop a culture of trust in an industry where pressure is exerted on organizations to sell. Many pharmaceutical organizations have been conducting the same marketing campaigns for the last decade or so. Of course, there is nothing wrong with doing so, but this has meant the industry has been left behind in previous years, with organizations continuing to operate under outdated assumptions and beliefs, which has not changed as the consumer has, affecting marketing output in the process. Should pharmaceutical organizations and marketers rethink culture, tactics, messages and ethics, it can benefit the industry as a whole, and still thrive in what is a hugely complex, challenging, but also rewarding industry.</a:t>
            </a:r>
            <a:endParaRPr sz="1400" b="1" i="1">
              <a:solidFill>
                <a:srgbClr val="023047"/>
              </a:solidFill>
              <a:latin typeface="Britannic Bold"/>
              <a:ea typeface="Times New Roman"/>
              <a:cs typeface="Times New Roman"/>
            </a:endParaRPr>
          </a:p>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6398035" name="Google Shape;1564;p60"/>
          <p:cNvSpPr/>
          <p:nvPr/>
        </p:nvSpPr>
        <p:spPr bwMode="auto">
          <a:xfrm flipH="0" flipV="0">
            <a:off x="0" y="4607068"/>
            <a:ext cx="9144000" cy="536530"/>
          </a:xfrm>
          <a:prstGeom prst="rect">
            <a:avLst/>
          </a:prstGeom>
          <a:solidFill>
            <a:schemeClr val="accent2"/>
          </a:solidFill>
          <a:ln>
            <a:noFill/>
          </a:ln>
        </p:spPr>
        <p:txBody>
          <a:bodyPr spcFirstLastPara="1" wrap="square" lIns="91424" tIns="91424" rIns="91424" bIns="91424" anchor="ctr" anchorCtr="0">
            <a:noAutofit/>
          </a:bodyPr>
          <a:lstStyle/>
          <a:p>
            <a:pPr marL="0" lvl="0" indent="0" algn="l" rtl="0">
              <a:spcBef>
                <a:spcPts val="0"/>
              </a:spcBef>
              <a:spcAft>
                <a:spcPts val="0"/>
              </a:spcAft>
              <a:buNone/>
              <a:defRPr/>
            </a:pPr>
            <a:endParaRPr/>
          </a:p>
        </p:txBody>
      </p:sp>
      <p:sp>
        <p:nvSpPr>
          <p:cNvPr id="1890208481" name="Google Shape;1565;p60"/>
          <p:cNvSpPr/>
          <p:nvPr/>
        </p:nvSpPr>
        <p:spPr bwMode="auto">
          <a:xfrm>
            <a:off x="7051714" y="554184"/>
            <a:ext cx="1971900" cy="1971900"/>
          </a:xfrm>
          <a:prstGeom prst="ellipse">
            <a:avLst/>
          </a:prstGeom>
          <a:solidFill>
            <a:srgbClr val="FFFFFF">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66601957" name="Google Shape;1566;p60"/>
          <p:cNvSpPr txBox="1"/>
          <p:nvPr>
            <p:ph type="title"/>
          </p:nvPr>
        </p:nvSpPr>
        <p:spPr bwMode="auto">
          <a:xfrm>
            <a:off x="1053149" y="157600"/>
            <a:ext cx="4152000" cy="576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a:pPr>
            <a:r>
              <a:rPr lang="en"/>
              <a:t>INTRODUCTION</a:t>
            </a:r>
            <a:endParaRPr/>
          </a:p>
        </p:txBody>
      </p:sp>
      <p:sp>
        <p:nvSpPr>
          <p:cNvPr id="485720737" name="Google Shape;1567;p60"/>
          <p:cNvSpPr txBox="1"/>
          <p:nvPr>
            <p:ph type="body" idx="1"/>
          </p:nvPr>
        </p:nvSpPr>
        <p:spPr bwMode="auto">
          <a:xfrm flipH="0" flipV="0">
            <a:off x="171830" y="675669"/>
            <a:ext cx="7360993" cy="1204499"/>
          </a:xfrm>
          <a:prstGeom prst="rect">
            <a:avLst/>
          </a:prstGeom>
        </p:spPr>
        <p:txBody>
          <a:bodyPr spcFirstLastPara="1" wrap="square" lIns="91424" tIns="91424" rIns="91424" bIns="91424" anchor="t" anchorCtr="0">
            <a:noAutofit/>
          </a:bodyPr>
          <a:lstStyle/>
          <a:p>
            <a:pPr marL="0" lvl="0" indent="0" algn="ctr" rtl="0">
              <a:spcBef>
                <a:spcPts val="0"/>
              </a:spcBef>
              <a:spcAft>
                <a:spcPts val="0"/>
              </a:spcAft>
              <a:buNone/>
              <a:defRPr/>
            </a:pPr>
            <a:r>
              <a:rPr lang="en" sz="1600" b="0" i="0" u="none" strike="noStrike" cap="none" spc="0">
                <a:solidFill>
                  <a:schemeClr val="dk1"/>
                </a:solidFill>
                <a:latin typeface="Gudea"/>
                <a:ea typeface="Gudea"/>
                <a:cs typeface="Gudea"/>
              </a:rPr>
              <a:t>Pharmacists are an essential part of the healthcare multidisciplinary team. They help to ensure that medicines are used in the safest and most effective manner. However, the profession, particularly community pharmacy, sits at the intersection between health and retail, as the profits are gained from making sales of medications. This introduces a number of ethical complications and a strong need for guidelines to base decisions on that are centered on moral obligations and virtues. Ethical marketing is a technique that highlights a company's values—honesty, transparency, responsibility, or adherence to fair trade principles—as a promotional strategy. These companies communicate their business ethics in marketing materials to reach target audiences with similar principles. pharmaceutical marketing ethics To recognize the consumer's health and wellbeing as their first priority, and utilize knowledge and provide compassionate care in an appropriate and professional manner. To respect the consumer's autonomy and rights and assist them in making informed decisions about their health</a:t>
            </a:r>
            <a:endParaRPr/>
          </a:p>
        </p:txBody>
      </p:sp>
      <p:grpSp>
        <p:nvGrpSpPr>
          <p:cNvPr id="873763764" name="Google Shape;1568;p60"/>
          <p:cNvGrpSpPr/>
          <p:nvPr/>
        </p:nvGrpSpPr>
        <p:grpSpPr bwMode="auto">
          <a:xfrm>
            <a:off x="7470905" y="747559"/>
            <a:ext cx="1235149" cy="3842662"/>
            <a:chOff x="6206000" y="1003750"/>
            <a:chExt cx="1193150" cy="3712000"/>
          </a:xfrm>
        </p:grpSpPr>
        <p:sp>
          <p:nvSpPr>
            <p:cNvPr id="1569" name="Google Shape;1569;p60"/>
            <p:cNvSpPr/>
            <p:nvPr/>
          </p:nvSpPr>
          <p:spPr bwMode="auto">
            <a:xfrm>
              <a:off x="6338200" y="1003750"/>
              <a:ext cx="967525" cy="823850"/>
            </a:xfrm>
            <a:custGeom>
              <a:avLst/>
              <a:gdLst/>
              <a:ahLst/>
              <a:cxnLst/>
              <a:rect l="l" t="t" r="r" b="b"/>
              <a:pathLst>
                <a:path w="38701" h="32954" fill="norm" stroke="1" extrusionOk="0">
                  <a:moveTo>
                    <a:pt x="22268" y="1"/>
                  </a:moveTo>
                  <a:cubicBezTo>
                    <a:pt x="18747" y="1"/>
                    <a:pt x="14358" y="1400"/>
                    <a:pt x="12668" y="5399"/>
                  </a:cubicBezTo>
                  <a:cubicBezTo>
                    <a:pt x="11803" y="5157"/>
                    <a:pt x="10988" y="5046"/>
                    <a:pt x="10225" y="5046"/>
                  </a:cubicBezTo>
                  <a:cubicBezTo>
                    <a:pt x="5211" y="5046"/>
                    <a:pt x="2518" y="9856"/>
                    <a:pt x="3453" y="13760"/>
                  </a:cubicBezTo>
                  <a:cubicBezTo>
                    <a:pt x="3801" y="15406"/>
                    <a:pt x="3389" y="17148"/>
                    <a:pt x="2313" y="18447"/>
                  </a:cubicBezTo>
                  <a:cubicBezTo>
                    <a:pt x="1" y="21424"/>
                    <a:pt x="381" y="25667"/>
                    <a:pt x="5923" y="28011"/>
                  </a:cubicBezTo>
                  <a:cubicBezTo>
                    <a:pt x="7478" y="31913"/>
                    <a:pt x="10093" y="32954"/>
                    <a:pt x="12465" y="32954"/>
                  </a:cubicBezTo>
                  <a:cubicBezTo>
                    <a:pt x="15180" y="32954"/>
                    <a:pt x="17578" y="31589"/>
                    <a:pt x="17700" y="31589"/>
                  </a:cubicBezTo>
                  <a:cubicBezTo>
                    <a:pt x="17702" y="31589"/>
                    <a:pt x="17703" y="31589"/>
                    <a:pt x="17704" y="31589"/>
                  </a:cubicBezTo>
                  <a:cubicBezTo>
                    <a:pt x="17704" y="31589"/>
                    <a:pt x="17983" y="31932"/>
                    <a:pt x="19020" y="31932"/>
                  </a:cubicBezTo>
                  <a:cubicBezTo>
                    <a:pt x="19766" y="31932"/>
                    <a:pt x="20904" y="31755"/>
                    <a:pt x="22612" y="31146"/>
                  </a:cubicBezTo>
                  <a:cubicBezTo>
                    <a:pt x="24416" y="32238"/>
                    <a:pt x="26127" y="32714"/>
                    <a:pt x="27690" y="32714"/>
                  </a:cubicBezTo>
                  <a:cubicBezTo>
                    <a:pt x="33012" y="32714"/>
                    <a:pt x="36612" y="27192"/>
                    <a:pt x="36294" y="21709"/>
                  </a:cubicBezTo>
                  <a:cubicBezTo>
                    <a:pt x="36262" y="20885"/>
                    <a:pt x="36420" y="20062"/>
                    <a:pt x="36769" y="19333"/>
                  </a:cubicBezTo>
                  <a:cubicBezTo>
                    <a:pt x="38700" y="14868"/>
                    <a:pt x="37054" y="12049"/>
                    <a:pt x="34235" y="11099"/>
                  </a:cubicBezTo>
                  <a:cubicBezTo>
                    <a:pt x="32747" y="10561"/>
                    <a:pt x="31702" y="9199"/>
                    <a:pt x="31638" y="7584"/>
                  </a:cubicBezTo>
                  <a:cubicBezTo>
                    <a:pt x="31353" y="3752"/>
                    <a:pt x="28598" y="2105"/>
                    <a:pt x="26349" y="839"/>
                  </a:cubicBezTo>
                  <a:cubicBezTo>
                    <a:pt x="25455" y="324"/>
                    <a:pt x="23962" y="1"/>
                    <a:pt x="22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70" name="Google Shape;1570;p60"/>
            <p:cNvSpPr/>
            <p:nvPr/>
          </p:nvSpPr>
          <p:spPr bwMode="auto">
            <a:xfrm>
              <a:off x="6749125" y="1635925"/>
              <a:ext cx="201900" cy="290575"/>
            </a:xfrm>
            <a:custGeom>
              <a:avLst/>
              <a:gdLst/>
              <a:ahLst/>
              <a:cxnLst/>
              <a:rect l="l" t="t" r="r" b="b"/>
              <a:pathLst>
                <a:path w="8076" h="11623" fill="norm" stroke="1" extrusionOk="0">
                  <a:moveTo>
                    <a:pt x="7189" y="0"/>
                  </a:moveTo>
                  <a:lnTo>
                    <a:pt x="1203" y="285"/>
                  </a:lnTo>
                  <a:lnTo>
                    <a:pt x="855" y="2945"/>
                  </a:lnTo>
                  <a:lnTo>
                    <a:pt x="0" y="9342"/>
                  </a:lnTo>
                  <a:lnTo>
                    <a:pt x="4022" y="11623"/>
                  </a:lnTo>
                  <a:lnTo>
                    <a:pt x="8076" y="9089"/>
                  </a:lnTo>
                  <a:lnTo>
                    <a:pt x="7474" y="2945"/>
                  </a:lnTo>
                  <a:lnTo>
                    <a:pt x="718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71" name="Google Shape;1571;p60"/>
            <p:cNvSpPr/>
            <p:nvPr/>
          </p:nvSpPr>
          <p:spPr bwMode="auto">
            <a:xfrm>
              <a:off x="6769700" y="1635925"/>
              <a:ext cx="166275" cy="102500"/>
            </a:xfrm>
            <a:custGeom>
              <a:avLst/>
              <a:gdLst/>
              <a:ahLst/>
              <a:cxnLst/>
              <a:rect l="l" t="t" r="r" b="b"/>
              <a:pathLst>
                <a:path w="6651" h="4100" fill="norm" stroke="1" extrusionOk="0">
                  <a:moveTo>
                    <a:pt x="6366" y="0"/>
                  </a:moveTo>
                  <a:lnTo>
                    <a:pt x="349" y="285"/>
                  </a:lnTo>
                  <a:lnTo>
                    <a:pt x="0" y="2945"/>
                  </a:lnTo>
                  <a:cubicBezTo>
                    <a:pt x="824" y="3420"/>
                    <a:pt x="1679" y="3769"/>
                    <a:pt x="2597" y="3990"/>
                  </a:cubicBezTo>
                  <a:cubicBezTo>
                    <a:pt x="2901" y="4063"/>
                    <a:pt x="3215" y="4099"/>
                    <a:pt x="3529" y="4099"/>
                  </a:cubicBezTo>
                  <a:cubicBezTo>
                    <a:pt x="4032" y="4099"/>
                    <a:pt x="4536" y="4008"/>
                    <a:pt x="5004" y="3832"/>
                  </a:cubicBezTo>
                  <a:cubicBezTo>
                    <a:pt x="5574" y="3579"/>
                    <a:pt x="6144" y="3294"/>
                    <a:pt x="6651" y="2945"/>
                  </a:cubicBezTo>
                  <a:lnTo>
                    <a:pt x="6366" y="0"/>
                  </a:lnTo>
                  <a:close/>
                </a:path>
              </a:pathLst>
            </a:custGeom>
            <a:solidFill>
              <a:schemeClr val="hlink">
                <a:alpha val="173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72" name="Google Shape;1572;p60"/>
            <p:cNvSpPr/>
            <p:nvPr/>
          </p:nvSpPr>
          <p:spPr bwMode="auto">
            <a:xfrm>
              <a:off x="6578900" y="1131225"/>
              <a:ext cx="520175" cy="572800"/>
            </a:xfrm>
            <a:custGeom>
              <a:avLst/>
              <a:gdLst/>
              <a:ahLst/>
              <a:cxnLst/>
              <a:rect l="l" t="t" r="r" b="b"/>
              <a:pathLst>
                <a:path w="20807" h="22912" fill="norm" stroke="1" extrusionOk="0">
                  <a:moveTo>
                    <a:pt x="10690" y="0"/>
                  </a:moveTo>
                  <a:cubicBezTo>
                    <a:pt x="7627" y="0"/>
                    <a:pt x="4377" y="1355"/>
                    <a:pt x="1774" y="5050"/>
                  </a:cubicBezTo>
                  <a:cubicBezTo>
                    <a:pt x="1774" y="5050"/>
                    <a:pt x="0" y="21233"/>
                    <a:pt x="11369" y="22912"/>
                  </a:cubicBezTo>
                  <a:cubicBezTo>
                    <a:pt x="16785" y="21835"/>
                    <a:pt x="20807" y="14456"/>
                    <a:pt x="20585" y="6570"/>
                  </a:cubicBezTo>
                  <a:cubicBezTo>
                    <a:pt x="20231" y="3640"/>
                    <a:pt x="15711" y="0"/>
                    <a:pt x="106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73" name="Google Shape;1573;p60"/>
            <p:cNvSpPr/>
            <p:nvPr/>
          </p:nvSpPr>
          <p:spPr bwMode="auto">
            <a:xfrm>
              <a:off x="6540900" y="3042800"/>
              <a:ext cx="315125" cy="1672950"/>
            </a:xfrm>
            <a:custGeom>
              <a:avLst/>
              <a:gdLst/>
              <a:ahLst/>
              <a:cxnLst/>
              <a:rect l="l" t="t" r="r" b="b"/>
              <a:pathLst>
                <a:path w="12605" h="66918" fill="norm" stroke="1" extrusionOk="0">
                  <a:moveTo>
                    <a:pt x="7312" y="1"/>
                  </a:moveTo>
                  <a:cubicBezTo>
                    <a:pt x="5468" y="1"/>
                    <a:pt x="3104" y="33"/>
                    <a:pt x="158" y="128"/>
                  </a:cubicBezTo>
                  <a:cubicBezTo>
                    <a:pt x="0" y="2439"/>
                    <a:pt x="63" y="6240"/>
                    <a:pt x="317" y="10895"/>
                  </a:cubicBezTo>
                  <a:cubicBezTo>
                    <a:pt x="1362" y="30941"/>
                    <a:pt x="5479" y="66917"/>
                    <a:pt x="5479" y="66917"/>
                  </a:cubicBezTo>
                  <a:lnTo>
                    <a:pt x="11084" y="66917"/>
                  </a:lnTo>
                  <a:lnTo>
                    <a:pt x="12351" y="10895"/>
                  </a:lnTo>
                  <a:lnTo>
                    <a:pt x="12604" y="128"/>
                  </a:lnTo>
                  <a:cubicBezTo>
                    <a:pt x="12604" y="128"/>
                    <a:pt x="11000" y="1"/>
                    <a:pt x="731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74" name="Google Shape;1574;p60"/>
            <p:cNvSpPr/>
            <p:nvPr/>
          </p:nvSpPr>
          <p:spPr bwMode="auto">
            <a:xfrm>
              <a:off x="6868675" y="3042800"/>
              <a:ext cx="315125" cy="1672950"/>
            </a:xfrm>
            <a:custGeom>
              <a:avLst/>
              <a:gdLst/>
              <a:ahLst/>
              <a:cxnLst/>
              <a:rect l="l" t="t" r="r" b="b"/>
              <a:pathLst>
                <a:path w="12605" h="66918" fill="norm" stroke="1" extrusionOk="0">
                  <a:moveTo>
                    <a:pt x="5283" y="1"/>
                  </a:moveTo>
                  <a:cubicBezTo>
                    <a:pt x="1605" y="1"/>
                    <a:pt x="0" y="128"/>
                    <a:pt x="0" y="128"/>
                  </a:cubicBezTo>
                  <a:lnTo>
                    <a:pt x="222" y="10895"/>
                  </a:lnTo>
                  <a:lnTo>
                    <a:pt x="1520" y="66917"/>
                  </a:lnTo>
                  <a:lnTo>
                    <a:pt x="7094" y="66917"/>
                  </a:lnTo>
                  <a:cubicBezTo>
                    <a:pt x="7094" y="66917"/>
                    <a:pt x="11211" y="30941"/>
                    <a:pt x="12256" y="10895"/>
                  </a:cubicBezTo>
                  <a:cubicBezTo>
                    <a:pt x="12509" y="6240"/>
                    <a:pt x="12604" y="2439"/>
                    <a:pt x="12414" y="128"/>
                  </a:cubicBezTo>
                  <a:cubicBezTo>
                    <a:pt x="9480" y="33"/>
                    <a:pt x="7122" y="1"/>
                    <a:pt x="52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75" name="Google Shape;1575;p60"/>
            <p:cNvSpPr/>
            <p:nvPr/>
          </p:nvSpPr>
          <p:spPr bwMode="auto">
            <a:xfrm>
              <a:off x="6902700" y="4577175"/>
              <a:ext cx="390350" cy="138575"/>
            </a:xfrm>
            <a:custGeom>
              <a:avLst/>
              <a:gdLst/>
              <a:ahLst/>
              <a:cxnLst/>
              <a:rect l="l" t="t" r="r" b="b"/>
              <a:pathLst>
                <a:path w="15614" h="5543" fill="norm" stroke="1" extrusionOk="0">
                  <a:moveTo>
                    <a:pt x="1" y="0"/>
                  </a:moveTo>
                  <a:lnTo>
                    <a:pt x="1" y="5542"/>
                  </a:lnTo>
                  <a:lnTo>
                    <a:pt x="15202" y="5542"/>
                  </a:lnTo>
                  <a:cubicBezTo>
                    <a:pt x="15519" y="5542"/>
                    <a:pt x="15614" y="5131"/>
                    <a:pt x="15329" y="4972"/>
                  </a:cubicBezTo>
                  <a:lnTo>
                    <a:pt x="6335" y="32"/>
                  </a:lnTo>
                  <a:cubicBezTo>
                    <a:pt x="6335" y="32"/>
                    <a:pt x="4950" y="1444"/>
                    <a:pt x="3083" y="1444"/>
                  </a:cubicBezTo>
                  <a:cubicBezTo>
                    <a:pt x="2140" y="1444"/>
                    <a:pt x="1074" y="1084"/>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76" name="Google Shape;1576;p60"/>
            <p:cNvSpPr/>
            <p:nvPr/>
          </p:nvSpPr>
          <p:spPr bwMode="auto">
            <a:xfrm>
              <a:off x="6540900" y="3042800"/>
              <a:ext cx="315125" cy="272375"/>
            </a:xfrm>
            <a:custGeom>
              <a:avLst/>
              <a:gdLst/>
              <a:ahLst/>
              <a:cxnLst/>
              <a:rect l="l" t="t" r="r" b="b"/>
              <a:pathLst>
                <a:path w="12605" h="10895" fill="norm" stroke="1" extrusionOk="0">
                  <a:moveTo>
                    <a:pt x="7312" y="1"/>
                  </a:moveTo>
                  <a:cubicBezTo>
                    <a:pt x="5468" y="1"/>
                    <a:pt x="3104" y="33"/>
                    <a:pt x="158" y="128"/>
                  </a:cubicBezTo>
                  <a:cubicBezTo>
                    <a:pt x="0" y="2439"/>
                    <a:pt x="63" y="6240"/>
                    <a:pt x="317" y="10895"/>
                  </a:cubicBezTo>
                  <a:lnTo>
                    <a:pt x="12351" y="10895"/>
                  </a:lnTo>
                  <a:lnTo>
                    <a:pt x="12604" y="128"/>
                  </a:lnTo>
                  <a:cubicBezTo>
                    <a:pt x="12604" y="128"/>
                    <a:pt x="11000" y="1"/>
                    <a:pt x="731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77" name="Google Shape;1577;p60"/>
            <p:cNvSpPr/>
            <p:nvPr/>
          </p:nvSpPr>
          <p:spPr bwMode="auto">
            <a:xfrm>
              <a:off x="6867875" y="3042800"/>
              <a:ext cx="315924" cy="272375"/>
            </a:xfrm>
            <a:custGeom>
              <a:avLst/>
              <a:gdLst/>
              <a:ahLst/>
              <a:cxnLst/>
              <a:rect l="l" t="t" r="r" b="b"/>
              <a:pathLst>
                <a:path w="12637" h="10895" fill="norm" stroke="1" extrusionOk="0">
                  <a:moveTo>
                    <a:pt x="5293" y="1"/>
                  </a:moveTo>
                  <a:cubicBezTo>
                    <a:pt x="1605" y="1"/>
                    <a:pt x="0" y="128"/>
                    <a:pt x="0" y="128"/>
                  </a:cubicBezTo>
                  <a:lnTo>
                    <a:pt x="254" y="10895"/>
                  </a:lnTo>
                  <a:lnTo>
                    <a:pt x="12288" y="10895"/>
                  </a:lnTo>
                  <a:cubicBezTo>
                    <a:pt x="12541" y="6240"/>
                    <a:pt x="12636" y="2439"/>
                    <a:pt x="12446" y="128"/>
                  </a:cubicBezTo>
                  <a:cubicBezTo>
                    <a:pt x="9501" y="33"/>
                    <a:pt x="7136" y="1"/>
                    <a:pt x="52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78" name="Google Shape;1578;p60"/>
            <p:cNvSpPr/>
            <p:nvPr/>
          </p:nvSpPr>
          <p:spPr bwMode="auto">
            <a:xfrm>
              <a:off x="6506854" y="2593902"/>
              <a:ext cx="727625" cy="1170452"/>
            </a:xfrm>
            <a:custGeom>
              <a:avLst/>
              <a:gdLst/>
              <a:ahLst/>
              <a:cxnLst/>
              <a:rect l="l" t="t" r="r" b="b"/>
              <a:pathLst>
                <a:path w="29105" h="27363" fill="norm" stroke="1" extrusionOk="0">
                  <a:moveTo>
                    <a:pt x="14030" y="1"/>
                  </a:moveTo>
                  <a:cubicBezTo>
                    <a:pt x="6682" y="1"/>
                    <a:pt x="729" y="5954"/>
                    <a:pt x="729" y="13270"/>
                  </a:cubicBezTo>
                  <a:lnTo>
                    <a:pt x="0" y="27363"/>
                  </a:lnTo>
                  <a:lnTo>
                    <a:pt x="29104" y="27363"/>
                  </a:lnTo>
                  <a:lnTo>
                    <a:pt x="28724" y="13270"/>
                  </a:lnTo>
                  <a:cubicBezTo>
                    <a:pt x="28724" y="5923"/>
                    <a:pt x="21789" y="1"/>
                    <a:pt x="154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79" name="Google Shape;1579;p60"/>
            <p:cNvSpPr/>
            <p:nvPr/>
          </p:nvSpPr>
          <p:spPr bwMode="auto">
            <a:xfrm>
              <a:off x="6569399" y="1818000"/>
              <a:ext cx="570850" cy="816300"/>
            </a:xfrm>
            <a:custGeom>
              <a:avLst/>
              <a:gdLst/>
              <a:ahLst/>
              <a:cxnLst/>
              <a:rect l="l" t="t" r="r" b="b"/>
              <a:pathLst>
                <a:path w="22834" h="32652" fill="norm" stroke="1" extrusionOk="0">
                  <a:moveTo>
                    <a:pt x="7126" y="1"/>
                  </a:moveTo>
                  <a:lnTo>
                    <a:pt x="0" y="3073"/>
                  </a:lnTo>
                  <a:lnTo>
                    <a:pt x="0" y="32652"/>
                  </a:lnTo>
                  <a:lnTo>
                    <a:pt x="22834" y="32652"/>
                  </a:lnTo>
                  <a:lnTo>
                    <a:pt x="22834" y="3105"/>
                  </a:lnTo>
                  <a:lnTo>
                    <a:pt x="15075" y="1"/>
                  </a:lnTo>
                  <a:lnTo>
                    <a:pt x="13238" y="666"/>
                  </a:lnTo>
                  <a:cubicBezTo>
                    <a:pt x="12590" y="905"/>
                    <a:pt x="11914" y="1024"/>
                    <a:pt x="11241" y="1024"/>
                  </a:cubicBezTo>
                  <a:cubicBezTo>
                    <a:pt x="10664" y="1024"/>
                    <a:pt x="10088" y="936"/>
                    <a:pt x="9533" y="761"/>
                  </a:cubicBezTo>
                  <a:lnTo>
                    <a:pt x="71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80" name="Google Shape;1580;p60"/>
            <p:cNvSpPr/>
            <p:nvPr/>
          </p:nvSpPr>
          <p:spPr bwMode="auto">
            <a:xfrm>
              <a:off x="6486250" y="1810875"/>
              <a:ext cx="270800" cy="1283425"/>
            </a:xfrm>
            <a:custGeom>
              <a:avLst/>
              <a:gdLst/>
              <a:ahLst/>
              <a:cxnLst/>
              <a:rect l="l" t="t" r="r" b="b"/>
              <a:pathLst>
                <a:path w="10832" h="51337" fill="norm" stroke="1" extrusionOk="0">
                  <a:moveTo>
                    <a:pt x="10832" y="1"/>
                  </a:moveTo>
                  <a:lnTo>
                    <a:pt x="1743" y="3136"/>
                  </a:lnTo>
                  <a:cubicBezTo>
                    <a:pt x="1204" y="3326"/>
                    <a:pt x="856" y="3801"/>
                    <a:pt x="856" y="4371"/>
                  </a:cubicBezTo>
                  <a:lnTo>
                    <a:pt x="1" y="51336"/>
                  </a:lnTo>
                  <a:lnTo>
                    <a:pt x="1" y="51336"/>
                  </a:lnTo>
                  <a:lnTo>
                    <a:pt x="10452" y="48201"/>
                  </a:lnTo>
                  <a:lnTo>
                    <a:pt x="1083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81" name="Google Shape;1581;p60"/>
            <p:cNvSpPr/>
            <p:nvPr/>
          </p:nvSpPr>
          <p:spPr bwMode="auto">
            <a:xfrm>
              <a:off x="6946250" y="1810875"/>
              <a:ext cx="292175" cy="1283425"/>
            </a:xfrm>
            <a:custGeom>
              <a:avLst/>
              <a:gdLst/>
              <a:ahLst/>
              <a:cxnLst/>
              <a:rect l="l" t="t" r="r" b="b"/>
              <a:pathLst>
                <a:path w="11687" h="51337" fill="norm" stroke="1" extrusionOk="0">
                  <a:moveTo>
                    <a:pt x="1" y="1"/>
                  </a:moveTo>
                  <a:lnTo>
                    <a:pt x="444" y="48201"/>
                  </a:lnTo>
                  <a:lnTo>
                    <a:pt x="11687" y="51336"/>
                  </a:lnTo>
                  <a:lnTo>
                    <a:pt x="10040" y="4530"/>
                  </a:lnTo>
                  <a:cubicBezTo>
                    <a:pt x="10008" y="3865"/>
                    <a:pt x="9596" y="3295"/>
                    <a:pt x="8963" y="3073"/>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82" name="Google Shape;1582;p60"/>
            <p:cNvSpPr/>
            <p:nvPr/>
          </p:nvSpPr>
          <p:spPr bwMode="auto">
            <a:xfrm>
              <a:off x="6711900" y="2179825"/>
              <a:ext cx="344425" cy="499600"/>
            </a:xfrm>
            <a:custGeom>
              <a:avLst/>
              <a:gdLst/>
              <a:ahLst/>
              <a:cxnLst/>
              <a:rect l="l" t="t" r="r" b="b"/>
              <a:pathLst>
                <a:path w="13777" h="19984" fill="norm" stroke="1" extrusionOk="0">
                  <a:moveTo>
                    <a:pt x="1616" y="1"/>
                  </a:moveTo>
                  <a:cubicBezTo>
                    <a:pt x="729" y="1"/>
                    <a:pt x="1" y="729"/>
                    <a:pt x="1" y="1647"/>
                  </a:cubicBezTo>
                  <a:lnTo>
                    <a:pt x="1" y="18337"/>
                  </a:lnTo>
                  <a:cubicBezTo>
                    <a:pt x="1" y="19255"/>
                    <a:pt x="729" y="19984"/>
                    <a:pt x="1616" y="19984"/>
                  </a:cubicBezTo>
                  <a:lnTo>
                    <a:pt x="12130" y="19984"/>
                  </a:lnTo>
                  <a:cubicBezTo>
                    <a:pt x="13017" y="19984"/>
                    <a:pt x="13777" y="19255"/>
                    <a:pt x="13777" y="18337"/>
                  </a:cubicBezTo>
                  <a:lnTo>
                    <a:pt x="13777" y="1647"/>
                  </a:lnTo>
                  <a:cubicBezTo>
                    <a:pt x="13777" y="729"/>
                    <a:pt x="13017" y="1"/>
                    <a:pt x="121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83" name="Google Shape;1583;p60"/>
            <p:cNvSpPr/>
            <p:nvPr/>
          </p:nvSpPr>
          <p:spPr bwMode="auto">
            <a:xfrm>
              <a:off x="6554350" y="2325125"/>
              <a:ext cx="362625" cy="187325"/>
            </a:xfrm>
            <a:custGeom>
              <a:avLst/>
              <a:gdLst/>
              <a:ahLst/>
              <a:cxnLst/>
              <a:rect l="l" t="t" r="r" b="b"/>
              <a:pathLst>
                <a:path w="14505" h="7493" fill="norm" stroke="1" extrusionOk="0">
                  <a:moveTo>
                    <a:pt x="9084" y="0"/>
                  </a:moveTo>
                  <a:cubicBezTo>
                    <a:pt x="9009" y="0"/>
                    <a:pt x="8933" y="25"/>
                    <a:pt x="8868" y="79"/>
                  </a:cubicBezTo>
                  <a:lnTo>
                    <a:pt x="5859" y="2169"/>
                  </a:lnTo>
                  <a:lnTo>
                    <a:pt x="412" y="2169"/>
                  </a:lnTo>
                  <a:cubicBezTo>
                    <a:pt x="0" y="3721"/>
                    <a:pt x="0" y="5399"/>
                    <a:pt x="412" y="6983"/>
                  </a:cubicBezTo>
                  <a:cubicBezTo>
                    <a:pt x="1388" y="7362"/>
                    <a:pt x="2827" y="7493"/>
                    <a:pt x="4358" y="7493"/>
                  </a:cubicBezTo>
                  <a:cubicBezTo>
                    <a:pt x="6155" y="7493"/>
                    <a:pt x="8079" y="7312"/>
                    <a:pt x="9533" y="7141"/>
                  </a:cubicBezTo>
                  <a:cubicBezTo>
                    <a:pt x="10990" y="6983"/>
                    <a:pt x="12256" y="6128"/>
                    <a:pt x="12985" y="4861"/>
                  </a:cubicBezTo>
                  <a:lnTo>
                    <a:pt x="13808" y="3436"/>
                  </a:lnTo>
                  <a:lnTo>
                    <a:pt x="14188" y="3278"/>
                  </a:lnTo>
                  <a:cubicBezTo>
                    <a:pt x="14410" y="3183"/>
                    <a:pt x="14505" y="2898"/>
                    <a:pt x="14410" y="2676"/>
                  </a:cubicBezTo>
                  <a:cubicBezTo>
                    <a:pt x="14316" y="2512"/>
                    <a:pt x="14171" y="2418"/>
                    <a:pt x="14012" y="2418"/>
                  </a:cubicBezTo>
                  <a:cubicBezTo>
                    <a:pt x="13956" y="2418"/>
                    <a:pt x="13898" y="2429"/>
                    <a:pt x="13840" y="2454"/>
                  </a:cubicBezTo>
                  <a:cubicBezTo>
                    <a:pt x="12320" y="3056"/>
                    <a:pt x="9723" y="3119"/>
                    <a:pt x="8424" y="3119"/>
                  </a:cubicBezTo>
                  <a:cubicBezTo>
                    <a:pt x="8044" y="3119"/>
                    <a:pt x="7854" y="2708"/>
                    <a:pt x="8076" y="2454"/>
                  </a:cubicBezTo>
                  <a:lnTo>
                    <a:pt x="9406" y="617"/>
                  </a:lnTo>
                  <a:cubicBezTo>
                    <a:pt x="9501" y="522"/>
                    <a:pt x="9501" y="364"/>
                    <a:pt x="9438" y="237"/>
                  </a:cubicBezTo>
                  <a:cubicBezTo>
                    <a:pt x="9375" y="92"/>
                    <a:pt x="9230" y="0"/>
                    <a:pt x="90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84" name="Google Shape;1584;p60"/>
            <p:cNvSpPr/>
            <p:nvPr/>
          </p:nvSpPr>
          <p:spPr bwMode="auto">
            <a:xfrm>
              <a:off x="6206000" y="1890850"/>
              <a:ext cx="414875" cy="687250"/>
            </a:xfrm>
            <a:custGeom>
              <a:avLst/>
              <a:gdLst/>
              <a:ahLst/>
              <a:cxnLst/>
              <a:rect l="l" t="t" r="r" b="b"/>
              <a:pathLst>
                <a:path w="16595" h="27490" fill="norm" stroke="1" extrusionOk="0">
                  <a:moveTo>
                    <a:pt x="12826" y="1"/>
                  </a:moveTo>
                  <a:cubicBezTo>
                    <a:pt x="728" y="6366"/>
                    <a:pt x="0" y="14283"/>
                    <a:pt x="0" y="14283"/>
                  </a:cubicBezTo>
                  <a:cubicBezTo>
                    <a:pt x="222" y="26381"/>
                    <a:pt x="16246" y="27489"/>
                    <a:pt x="16246" y="27489"/>
                  </a:cubicBezTo>
                  <a:cubicBezTo>
                    <a:pt x="16246" y="27489"/>
                    <a:pt x="16436" y="22042"/>
                    <a:pt x="16595" y="19002"/>
                  </a:cubicBezTo>
                  <a:cubicBezTo>
                    <a:pt x="14631" y="18907"/>
                    <a:pt x="12699" y="18337"/>
                    <a:pt x="10989" y="17387"/>
                  </a:cubicBezTo>
                  <a:cubicBezTo>
                    <a:pt x="8804" y="16183"/>
                    <a:pt x="8424" y="13175"/>
                    <a:pt x="10261" y="11465"/>
                  </a:cubicBezTo>
                  <a:cubicBezTo>
                    <a:pt x="12794" y="9121"/>
                    <a:pt x="15993" y="6208"/>
                    <a:pt x="16215" y="6208"/>
                  </a:cubicBezTo>
                  <a:cubicBezTo>
                    <a:pt x="16215" y="6208"/>
                    <a:pt x="14980" y="5131"/>
                    <a:pt x="128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85" name="Google Shape;1585;p60"/>
            <p:cNvSpPr/>
            <p:nvPr/>
          </p:nvSpPr>
          <p:spPr bwMode="auto">
            <a:xfrm>
              <a:off x="7084025" y="1890850"/>
              <a:ext cx="315125" cy="1001550"/>
            </a:xfrm>
            <a:custGeom>
              <a:avLst/>
              <a:gdLst/>
              <a:ahLst/>
              <a:cxnLst/>
              <a:rect l="l" t="t" r="r" b="b"/>
              <a:pathLst>
                <a:path w="12605" h="40062" fill="norm" stroke="1" extrusionOk="0">
                  <a:moveTo>
                    <a:pt x="3832" y="1"/>
                  </a:moveTo>
                  <a:cubicBezTo>
                    <a:pt x="2249" y="6746"/>
                    <a:pt x="2249" y="10071"/>
                    <a:pt x="2249" y="10071"/>
                  </a:cubicBezTo>
                  <a:cubicBezTo>
                    <a:pt x="2249" y="10071"/>
                    <a:pt x="7822" y="21630"/>
                    <a:pt x="0" y="33886"/>
                  </a:cubicBezTo>
                  <a:cubicBezTo>
                    <a:pt x="1077" y="36135"/>
                    <a:pt x="2502" y="38193"/>
                    <a:pt x="4180" y="40062"/>
                  </a:cubicBezTo>
                  <a:cubicBezTo>
                    <a:pt x="4180" y="40062"/>
                    <a:pt x="12604" y="25621"/>
                    <a:pt x="12224" y="18337"/>
                  </a:cubicBezTo>
                  <a:cubicBezTo>
                    <a:pt x="11844" y="11021"/>
                    <a:pt x="8044" y="2946"/>
                    <a:pt x="38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86" name="Google Shape;1586;p60"/>
            <p:cNvSpPr/>
            <p:nvPr/>
          </p:nvSpPr>
          <p:spPr bwMode="auto">
            <a:xfrm>
              <a:off x="6533775" y="1080125"/>
              <a:ext cx="577975" cy="370550"/>
            </a:xfrm>
            <a:custGeom>
              <a:avLst/>
              <a:gdLst/>
              <a:ahLst/>
              <a:cxnLst/>
              <a:rect l="l" t="t" r="r" b="b"/>
              <a:pathLst>
                <a:path w="23119" h="14822" fill="norm" stroke="1" extrusionOk="0">
                  <a:moveTo>
                    <a:pt x="12826" y="1"/>
                  </a:moveTo>
                  <a:lnTo>
                    <a:pt x="5985" y="2661"/>
                  </a:lnTo>
                  <a:lnTo>
                    <a:pt x="0" y="7411"/>
                  </a:lnTo>
                  <a:lnTo>
                    <a:pt x="2534" y="14822"/>
                  </a:lnTo>
                  <a:lnTo>
                    <a:pt x="3262" y="14790"/>
                  </a:lnTo>
                  <a:cubicBezTo>
                    <a:pt x="3262" y="14790"/>
                    <a:pt x="7791" y="9755"/>
                    <a:pt x="7474" y="4149"/>
                  </a:cubicBezTo>
                  <a:lnTo>
                    <a:pt x="7474" y="4149"/>
                  </a:lnTo>
                  <a:cubicBezTo>
                    <a:pt x="10958" y="8139"/>
                    <a:pt x="14599" y="8551"/>
                    <a:pt x="18020" y="8931"/>
                  </a:cubicBezTo>
                  <a:cubicBezTo>
                    <a:pt x="21408" y="9311"/>
                    <a:pt x="21250" y="14537"/>
                    <a:pt x="21250" y="14537"/>
                  </a:cubicBezTo>
                  <a:lnTo>
                    <a:pt x="23118" y="14568"/>
                  </a:lnTo>
                  <a:lnTo>
                    <a:pt x="23118" y="14568"/>
                  </a:lnTo>
                  <a:lnTo>
                    <a:pt x="22833" y="5226"/>
                  </a:lnTo>
                  <a:lnTo>
                    <a:pt x="128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87" name="Google Shape;1587;p60"/>
            <p:cNvSpPr/>
            <p:nvPr/>
          </p:nvSpPr>
          <p:spPr bwMode="auto">
            <a:xfrm>
              <a:off x="6582050" y="1417000"/>
              <a:ext cx="90300" cy="103750"/>
            </a:xfrm>
            <a:custGeom>
              <a:avLst/>
              <a:gdLst/>
              <a:ahLst/>
              <a:cxnLst/>
              <a:rect l="l" t="t" r="r" b="b"/>
              <a:pathLst>
                <a:path w="3612" h="4150" fill="norm" stroke="1" extrusionOk="0">
                  <a:moveTo>
                    <a:pt x="1385" y="1"/>
                  </a:moveTo>
                  <a:cubicBezTo>
                    <a:pt x="1247" y="1"/>
                    <a:pt x="1112" y="26"/>
                    <a:pt x="983" y="80"/>
                  </a:cubicBezTo>
                  <a:cubicBezTo>
                    <a:pt x="223" y="397"/>
                    <a:pt x="1" y="1537"/>
                    <a:pt x="444" y="2645"/>
                  </a:cubicBezTo>
                  <a:cubicBezTo>
                    <a:pt x="812" y="3539"/>
                    <a:pt x="1552" y="4149"/>
                    <a:pt x="2227" y="4149"/>
                  </a:cubicBezTo>
                  <a:cubicBezTo>
                    <a:pt x="2365" y="4149"/>
                    <a:pt x="2500" y="4124"/>
                    <a:pt x="2629" y="4070"/>
                  </a:cubicBezTo>
                  <a:cubicBezTo>
                    <a:pt x="3389" y="3753"/>
                    <a:pt x="3611" y="2613"/>
                    <a:pt x="3168" y="1505"/>
                  </a:cubicBezTo>
                  <a:cubicBezTo>
                    <a:pt x="2800" y="611"/>
                    <a:pt x="2060" y="1"/>
                    <a:pt x="13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88" name="Google Shape;1588;p60"/>
            <p:cNvSpPr/>
            <p:nvPr/>
          </p:nvSpPr>
          <p:spPr bwMode="auto">
            <a:xfrm>
              <a:off x="7029375" y="1416950"/>
              <a:ext cx="91074" cy="103850"/>
            </a:xfrm>
            <a:custGeom>
              <a:avLst/>
              <a:gdLst/>
              <a:ahLst/>
              <a:cxnLst/>
              <a:rect l="l" t="t" r="r" b="b"/>
              <a:pathLst>
                <a:path w="3643" h="4154" fill="norm" stroke="1" extrusionOk="0">
                  <a:moveTo>
                    <a:pt x="2247" y="0"/>
                  </a:moveTo>
                  <a:cubicBezTo>
                    <a:pt x="1574" y="0"/>
                    <a:pt x="837" y="592"/>
                    <a:pt x="444" y="1507"/>
                  </a:cubicBezTo>
                  <a:cubicBezTo>
                    <a:pt x="1" y="2615"/>
                    <a:pt x="223" y="3755"/>
                    <a:pt x="983" y="4072"/>
                  </a:cubicBezTo>
                  <a:cubicBezTo>
                    <a:pt x="1115" y="4127"/>
                    <a:pt x="1254" y="4154"/>
                    <a:pt x="1396" y="4154"/>
                  </a:cubicBezTo>
                  <a:cubicBezTo>
                    <a:pt x="2068" y="4154"/>
                    <a:pt x="2802" y="3562"/>
                    <a:pt x="3168" y="2647"/>
                  </a:cubicBezTo>
                  <a:cubicBezTo>
                    <a:pt x="3643" y="1539"/>
                    <a:pt x="3421" y="399"/>
                    <a:pt x="2661" y="82"/>
                  </a:cubicBezTo>
                  <a:cubicBezTo>
                    <a:pt x="2529" y="27"/>
                    <a:pt x="2389" y="0"/>
                    <a:pt x="224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89" name="Google Shape;1589;p60"/>
            <p:cNvSpPr/>
            <p:nvPr/>
          </p:nvSpPr>
          <p:spPr bwMode="auto">
            <a:xfrm>
              <a:off x="7134675" y="2142625"/>
              <a:ext cx="125125" cy="501175"/>
            </a:xfrm>
            <a:custGeom>
              <a:avLst/>
              <a:gdLst/>
              <a:ahLst/>
              <a:cxnLst/>
              <a:rect l="l" t="t" r="r" b="b"/>
              <a:pathLst>
                <a:path w="5005" h="20047" fill="none" stroke="1" extrusionOk="0">
                  <a:moveTo>
                    <a:pt x="223" y="0"/>
                  </a:moveTo>
                  <a:cubicBezTo>
                    <a:pt x="223" y="0"/>
                    <a:pt x="5005" y="10134"/>
                    <a:pt x="1" y="20047"/>
                  </a:cubicBezTo>
                </a:path>
              </a:pathLst>
            </a:custGeom>
            <a:solidFill>
              <a:schemeClr val="dk1"/>
            </a:solidFill>
            <a:ln w="9500" cap="flat" cmpd="sng">
              <a:solidFill>
                <a:srgbClr val="231F20"/>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90" name="Google Shape;1590;p60"/>
            <p:cNvSpPr/>
            <p:nvPr/>
          </p:nvSpPr>
          <p:spPr bwMode="auto">
            <a:xfrm>
              <a:off x="7070550" y="2705525"/>
              <a:ext cx="133050" cy="199550"/>
            </a:xfrm>
            <a:custGeom>
              <a:avLst/>
              <a:gdLst/>
              <a:ahLst/>
              <a:cxnLst/>
              <a:rect l="l" t="t" r="r" b="b"/>
              <a:pathLst>
                <a:path w="5322" h="7982" fill="none" stroke="1" extrusionOk="0">
                  <a:moveTo>
                    <a:pt x="1" y="1"/>
                  </a:moveTo>
                  <a:cubicBezTo>
                    <a:pt x="1" y="1"/>
                    <a:pt x="2281" y="5543"/>
                    <a:pt x="5321" y="7981"/>
                  </a:cubicBezTo>
                </a:path>
              </a:pathLst>
            </a:custGeom>
            <a:solidFill>
              <a:schemeClr val="dk1"/>
            </a:solidFill>
            <a:ln w="9500" cap="flat" cmpd="sng">
              <a:solidFill>
                <a:srgbClr val="231F20"/>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91" name="Google Shape;1591;p60"/>
            <p:cNvSpPr/>
            <p:nvPr/>
          </p:nvSpPr>
          <p:spPr bwMode="auto">
            <a:xfrm>
              <a:off x="6612149" y="2365875"/>
              <a:ext cx="8725" cy="194800"/>
            </a:xfrm>
            <a:custGeom>
              <a:avLst/>
              <a:gdLst/>
              <a:ahLst/>
              <a:cxnLst/>
              <a:rect l="l" t="t" r="r" b="b"/>
              <a:pathLst>
                <a:path w="349" h="7792" fill="none" stroke="1" extrusionOk="0">
                  <a:moveTo>
                    <a:pt x="349" y="1"/>
                  </a:moveTo>
                  <a:lnTo>
                    <a:pt x="0" y="7791"/>
                  </a:lnTo>
                </a:path>
              </a:pathLst>
            </a:custGeom>
            <a:solidFill>
              <a:schemeClr val="dk1"/>
            </a:solidFill>
            <a:ln w="9500" cap="flat" cmpd="sng">
              <a:solidFill>
                <a:srgbClr val="231F20"/>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92" name="Google Shape;1592;p60"/>
            <p:cNvSpPr/>
            <p:nvPr/>
          </p:nvSpPr>
          <p:spPr bwMode="auto">
            <a:xfrm>
              <a:off x="6430850" y="4577175"/>
              <a:ext cx="390325" cy="138575"/>
            </a:xfrm>
            <a:custGeom>
              <a:avLst/>
              <a:gdLst/>
              <a:ahLst/>
              <a:cxnLst/>
              <a:rect l="l" t="t" r="r" b="b"/>
              <a:pathLst>
                <a:path w="15613" h="5543" fill="norm" stroke="1" extrusionOk="0">
                  <a:moveTo>
                    <a:pt x="15613" y="0"/>
                  </a:moveTo>
                  <a:cubicBezTo>
                    <a:pt x="14540" y="1084"/>
                    <a:pt x="13474" y="1444"/>
                    <a:pt x="12531" y="1444"/>
                  </a:cubicBezTo>
                  <a:cubicBezTo>
                    <a:pt x="10663" y="1444"/>
                    <a:pt x="9279" y="32"/>
                    <a:pt x="9279" y="32"/>
                  </a:cubicBezTo>
                  <a:lnTo>
                    <a:pt x="253" y="4972"/>
                  </a:lnTo>
                  <a:cubicBezTo>
                    <a:pt x="0" y="5131"/>
                    <a:pt x="95" y="5542"/>
                    <a:pt x="412" y="5542"/>
                  </a:cubicBezTo>
                  <a:lnTo>
                    <a:pt x="15613" y="5542"/>
                  </a:lnTo>
                  <a:lnTo>
                    <a:pt x="1561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93" name="Google Shape;1593;p60"/>
            <p:cNvSpPr/>
            <p:nvPr/>
          </p:nvSpPr>
          <p:spPr bwMode="auto">
            <a:xfrm>
              <a:off x="6556725" y="2084025"/>
              <a:ext cx="163125" cy="42000"/>
            </a:xfrm>
            <a:custGeom>
              <a:avLst/>
              <a:gdLst/>
              <a:ahLst/>
              <a:cxnLst/>
              <a:rect l="l" t="t" r="r" b="b"/>
              <a:pathLst>
                <a:path w="6525" h="1680" fill="norm" stroke="1" extrusionOk="0">
                  <a:moveTo>
                    <a:pt x="380" y="1"/>
                  </a:moveTo>
                  <a:cubicBezTo>
                    <a:pt x="159" y="1"/>
                    <a:pt x="0" y="159"/>
                    <a:pt x="0" y="381"/>
                  </a:cubicBezTo>
                  <a:lnTo>
                    <a:pt x="0" y="1299"/>
                  </a:lnTo>
                  <a:cubicBezTo>
                    <a:pt x="0" y="1521"/>
                    <a:pt x="159" y="1679"/>
                    <a:pt x="380" y="1679"/>
                  </a:cubicBezTo>
                  <a:lnTo>
                    <a:pt x="6144" y="1679"/>
                  </a:lnTo>
                  <a:cubicBezTo>
                    <a:pt x="6366" y="1679"/>
                    <a:pt x="6524" y="1521"/>
                    <a:pt x="6524" y="1299"/>
                  </a:cubicBezTo>
                  <a:lnTo>
                    <a:pt x="6524" y="381"/>
                  </a:lnTo>
                  <a:cubicBezTo>
                    <a:pt x="6524" y="159"/>
                    <a:pt x="6366" y="1"/>
                    <a:pt x="6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94" name="Google Shape;1594;p60"/>
            <p:cNvSpPr/>
            <p:nvPr/>
          </p:nvSpPr>
          <p:spPr bwMode="auto">
            <a:xfrm>
              <a:off x="6795025" y="1564650"/>
              <a:ext cx="121175" cy="51500"/>
            </a:xfrm>
            <a:custGeom>
              <a:avLst/>
              <a:gdLst/>
              <a:ahLst/>
              <a:cxnLst/>
              <a:rect l="l" t="t" r="r" b="b"/>
              <a:pathLst>
                <a:path w="4847" h="2060" fill="norm" stroke="1" extrusionOk="0">
                  <a:moveTo>
                    <a:pt x="4846" y="1"/>
                  </a:moveTo>
                  <a:lnTo>
                    <a:pt x="1" y="64"/>
                  </a:lnTo>
                  <a:cubicBezTo>
                    <a:pt x="1" y="1173"/>
                    <a:pt x="1078" y="2059"/>
                    <a:pt x="2439" y="2059"/>
                  </a:cubicBezTo>
                  <a:cubicBezTo>
                    <a:pt x="3769" y="2028"/>
                    <a:pt x="4846" y="1109"/>
                    <a:pt x="48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95" name="Google Shape;1595;p60"/>
            <p:cNvSpPr/>
            <p:nvPr/>
          </p:nvSpPr>
          <p:spPr bwMode="auto">
            <a:xfrm>
              <a:off x="6605025" y="1428475"/>
              <a:ext cx="44350" cy="40400"/>
            </a:xfrm>
            <a:custGeom>
              <a:avLst/>
              <a:gdLst/>
              <a:ahLst/>
              <a:cxnLst/>
              <a:rect l="l" t="t" r="r" b="b"/>
              <a:pathLst>
                <a:path w="1774" h="1616" fill="none" stroke="1" extrusionOk="0">
                  <a:moveTo>
                    <a:pt x="1774" y="1616"/>
                  </a:moveTo>
                  <a:cubicBezTo>
                    <a:pt x="1774" y="1616"/>
                    <a:pt x="1362" y="1"/>
                    <a:pt x="0" y="508"/>
                  </a:cubicBezTo>
                </a:path>
              </a:pathLst>
            </a:custGeom>
            <a:noFill/>
            <a:ln w="7125" cap="rnd" cmpd="sng">
              <a:solidFill>
                <a:schemeClr val="dk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96" name="Google Shape;1596;p60"/>
            <p:cNvSpPr/>
            <p:nvPr/>
          </p:nvSpPr>
          <p:spPr bwMode="auto">
            <a:xfrm>
              <a:off x="6603425" y="1441950"/>
              <a:ext cx="27750" cy="51475"/>
            </a:xfrm>
            <a:custGeom>
              <a:avLst/>
              <a:gdLst/>
              <a:ahLst/>
              <a:cxnLst/>
              <a:rect l="l" t="t" r="r" b="b"/>
              <a:pathLst>
                <a:path w="1110" h="2059" fill="none" stroke="1" extrusionOk="0">
                  <a:moveTo>
                    <a:pt x="1109" y="0"/>
                  </a:moveTo>
                  <a:cubicBezTo>
                    <a:pt x="1109" y="0"/>
                    <a:pt x="1" y="570"/>
                    <a:pt x="666" y="2059"/>
                  </a:cubicBezTo>
                </a:path>
              </a:pathLst>
            </a:custGeom>
            <a:noFill/>
            <a:ln w="7125" cap="rnd" cmpd="sng">
              <a:solidFill>
                <a:schemeClr val="dk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97" name="Google Shape;1597;p60"/>
            <p:cNvSpPr/>
            <p:nvPr/>
          </p:nvSpPr>
          <p:spPr bwMode="auto">
            <a:xfrm>
              <a:off x="7056300" y="1422150"/>
              <a:ext cx="44375" cy="40400"/>
            </a:xfrm>
            <a:custGeom>
              <a:avLst/>
              <a:gdLst/>
              <a:ahLst/>
              <a:cxnLst/>
              <a:rect l="l" t="t" r="r" b="b"/>
              <a:pathLst>
                <a:path w="1775" h="1616" fill="none" stroke="1" extrusionOk="0">
                  <a:moveTo>
                    <a:pt x="1" y="1616"/>
                  </a:moveTo>
                  <a:cubicBezTo>
                    <a:pt x="1" y="1616"/>
                    <a:pt x="412" y="0"/>
                    <a:pt x="1774" y="539"/>
                  </a:cubicBezTo>
                </a:path>
              </a:pathLst>
            </a:custGeom>
            <a:noFill/>
            <a:ln w="7125" cap="rnd" cmpd="sng">
              <a:solidFill>
                <a:schemeClr val="dk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98" name="Google Shape;1598;p60"/>
            <p:cNvSpPr/>
            <p:nvPr/>
          </p:nvSpPr>
          <p:spPr bwMode="auto">
            <a:xfrm>
              <a:off x="7074524" y="1436400"/>
              <a:ext cx="27725" cy="51500"/>
            </a:xfrm>
            <a:custGeom>
              <a:avLst/>
              <a:gdLst/>
              <a:ahLst/>
              <a:cxnLst/>
              <a:rect l="l" t="t" r="r" b="b"/>
              <a:pathLst>
                <a:path w="1109" h="2060" fill="none" stroke="1" extrusionOk="0">
                  <a:moveTo>
                    <a:pt x="0" y="1"/>
                  </a:moveTo>
                  <a:cubicBezTo>
                    <a:pt x="0" y="1"/>
                    <a:pt x="1108" y="571"/>
                    <a:pt x="443" y="2059"/>
                  </a:cubicBezTo>
                </a:path>
              </a:pathLst>
            </a:custGeom>
            <a:noFill/>
            <a:ln w="7125" cap="rnd" cmpd="sng">
              <a:solidFill>
                <a:schemeClr val="dk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99" name="Google Shape;1599;p60"/>
            <p:cNvSpPr/>
            <p:nvPr/>
          </p:nvSpPr>
          <p:spPr bwMode="auto">
            <a:xfrm>
              <a:off x="6907450" y="1344650"/>
              <a:ext cx="94250" cy="24475"/>
            </a:xfrm>
            <a:custGeom>
              <a:avLst/>
              <a:gdLst/>
              <a:ahLst/>
              <a:cxnLst/>
              <a:rect l="l" t="t" r="r" b="b"/>
              <a:pathLst>
                <a:path w="3770" h="979" fill="norm" stroke="1" extrusionOk="0">
                  <a:moveTo>
                    <a:pt x="1761" y="0"/>
                  </a:moveTo>
                  <a:cubicBezTo>
                    <a:pt x="1225" y="0"/>
                    <a:pt x="634" y="166"/>
                    <a:pt x="64" y="662"/>
                  </a:cubicBezTo>
                  <a:cubicBezTo>
                    <a:pt x="1" y="725"/>
                    <a:pt x="1" y="852"/>
                    <a:pt x="64" y="915"/>
                  </a:cubicBezTo>
                  <a:cubicBezTo>
                    <a:pt x="96" y="947"/>
                    <a:pt x="128" y="979"/>
                    <a:pt x="191" y="979"/>
                  </a:cubicBezTo>
                  <a:cubicBezTo>
                    <a:pt x="223" y="979"/>
                    <a:pt x="254" y="947"/>
                    <a:pt x="286" y="947"/>
                  </a:cubicBezTo>
                  <a:cubicBezTo>
                    <a:pt x="794" y="493"/>
                    <a:pt x="1321" y="342"/>
                    <a:pt x="1796" y="342"/>
                  </a:cubicBezTo>
                  <a:cubicBezTo>
                    <a:pt x="2714" y="342"/>
                    <a:pt x="3443" y="905"/>
                    <a:pt x="3484" y="947"/>
                  </a:cubicBezTo>
                  <a:cubicBezTo>
                    <a:pt x="3511" y="960"/>
                    <a:pt x="3548" y="968"/>
                    <a:pt x="3584" y="968"/>
                  </a:cubicBezTo>
                  <a:cubicBezTo>
                    <a:pt x="3636" y="968"/>
                    <a:pt x="3688" y="952"/>
                    <a:pt x="3706" y="915"/>
                  </a:cubicBezTo>
                  <a:cubicBezTo>
                    <a:pt x="3769" y="820"/>
                    <a:pt x="3769" y="725"/>
                    <a:pt x="3706" y="662"/>
                  </a:cubicBezTo>
                  <a:cubicBezTo>
                    <a:pt x="3685" y="662"/>
                    <a:pt x="2833" y="0"/>
                    <a:pt x="1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0" name="Google Shape;1600;p60"/>
            <p:cNvSpPr/>
            <p:nvPr/>
          </p:nvSpPr>
          <p:spPr bwMode="auto">
            <a:xfrm>
              <a:off x="6698450" y="1344650"/>
              <a:ext cx="95825" cy="24475"/>
            </a:xfrm>
            <a:custGeom>
              <a:avLst/>
              <a:gdLst/>
              <a:ahLst/>
              <a:cxnLst/>
              <a:rect l="l" t="t" r="r" b="b"/>
              <a:pathLst>
                <a:path w="3833" h="979" fill="norm" stroke="1" extrusionOk="0">
                  <a:moveTo>
                    <a:pt x="1792" y="0"/>
                  </a:moveTo>
                  <a:cubicBezTo>
                    <a:pt x="1256" y="0"/>
                    <a:pt x="665" y="166"/>
                    <a:pt x="95" y="662"/>
                  </a:cubicBezTo>
                  <a:cubicBezTo>
                    <a:pt x="0" y="757"/>
                    <a:pt x="64" y="979"/>
                    <a:pt x="222" y="979"/>
                  </a:cubicBezTo>
                  <a:cubicBezTo>
                    <a:pt x="254" y="979"/>
                    <a:pt x="317" y="947"/>
                    <a:pt x="349" y="947"/>
                  </a:cubicBezTo>
                  <a:cubicBezTo>
                    <a:pt x="857" y="493"/>
                    <a:pt x="1380" y="342"/>
                    <a:pt x="1850" y="342"/>
                  </a:cubicBezTo>
                  <a:cubicBezTo>
                    <a:pt x="2759" y="342"/>
                    <a:pt x="3474" y="905"/>
                    <a:pt x="3515" y="947"/>
                  </a:cubicBezTo>
                  <a:cubicBezTo>
                    <a:pt x="3555" y="960"/>
                    <a:pt x="3594" y="968"/>
                    <a:pt x="3631" y="968"/>
                  </a:cubicBezTo>
                  <a:cubicBezTo>
                    <a:pt x="3684" y="968"/>
                    <a:pt x="3732" y="952"/>
                    <a:pt x="3769" y="915"/>
                  </a:cubicBezTo>
                  <a:cubicBezTo>
                    <a:pt x="3832" y="820"/>
                    <a:pt x="3800" y="725"/>
                    <a:pt x="3737" y="662"/>
                  </a:cubicBezTo>
                  <a:cubicBezTo>
                    <a:pt x="3716" y="662"/>
                    <a:pt x="2864" y="0"/>
                    <a:pt x="17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1" name="Google Shape;1601;p60"/>
            <p:cNvSpPr/>
            <p:nvPr/>
          </p:nvSpPr>
          <p:spPr bwMode="auto">
            <a:xfrm>
              <a:off x="6710725" y="1412650"/>
              <a:ext cx="81175" cy="44350"/>
            </a:xfrm>
            <a:custGeom>
              <a:avLst/>
              <a:gdLst/>
              <a:ahLst/>
              <a:cxnLst/>
              <a:rect l="l" t="t" r="r" b="b"/>
              <a:pathLst>
                <a:path w="3247" h="1774" fill="norm" stroke="1" extrusionOk="0">
                  <a:moveTo>
                    <a:pt x="1607" y="0"/>
                  </a:moveTo>
                  <a:cubicBezTo>
                    <a:pt x="800" y="0"/>
                    <a:pt x="0" y="539"/>
                    <a:pt x="16" y="1616"/>
                  </a:cubicBezTo>
                  <a:cubicBezTo>
                    <a:pt x="16" y="1679"/>
                    <a:pt x="79" y="1774"/>
                    <a:pt x="174" y="1774"/>
                  </a:cubicBezTo>
                  <a:cubicBezTo>
                    <a:pt x="238" y="1774"/>
                    <a:pt x="333" y="1679"/>
                    <a:pt x="333" y="1616"/>
                  </a:cubicBezTo>
                  <a:cubicBezTo>
                    <a:pt x="364" y="792"/>
                    <a:pt x="990" y="380"/>
                    <a:pt x="1619" y="380"/>
                  </a:cubicBezTo>
                  <a:cubicBezTo>
                    <a:pt x="2249" y="380"/>
                    <a:pt x="2882" y="792"/>
                    <a:pt x="2929" y="1616"/>
                  </a:cubicBezTo>
                  <a:cubicBezTo>
                    <a:pt x="2929" y="1711"/>
                    <a:pt x="3009" y="1758"/>
                    <a:pt x="3088" y="1758"/>
                  </a:cubicBezTo>
                  <a:cubicBezTo>
                    <a:pt x="3167" y="1758"/>
                    <a:pt x="3246" y="1711"/>
                    <a:pt x="3246" y="1616"/>
                  </a:cubicBezTo>
                  <a:cubicBezTo>
                    <a:pt x="3230" y="539"/>
                    <a:pt x="2415" y="0"/>
                    <a:pt x="1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2" name="Google Shape;1602;p60"/>
            <p:cNvSpPr/>
            <p:nvPr/>
          </p:nvSpPr>
          <p:spPr bwMode="auto">
            <a:xfrm>
              <a:off x="6747525" y="1392650"/>
              <a:ext cx="7950" cy="27950"/>
            </a:xfrm>
            <a:custGeom>
              <a:avLst/>
              <a:gdLst/>
              <a:ahLst/>
              <a:cxnLst/>
              <a:rect l="l" t="t" r="r" b="b"/>
              <a:pathLst>
                <a:path w="318" h="1118" fill="norm" stroke="1" extrusionOk="0">
                  <a:moveTo>
                    <a:pt x="159" y="1"/>
                  </a:moveTo>
                  <a:cubicBezTo>
                    <a:pt x="80" y="1"/>
                    <a:pt x="1" y="56"/>
                    <a:pt x="1" y="167"/>
                  </a:cubicBezTo>
                  <a:lnTo>
                    <a:pt x="1" y="959"/>
                  </a:lnTo>
                  <a:cubicBezTo>
                    <a:pt x="1" y="1022"/>
                    <a:pt x="64" y="1117"/>
                    <a:pt x="159" y="1117"/>
                  </a:cubicBezTo>
                  <a:cubicBezTo>
                    <a:pt x="222" y="1117"/>
                    <a:pt x="317" y="1022"/>
                    <a:pt x="317" y="959"/>
                  </a:cubicBezTo>
                  <a:lnTo>
                    <a:pt x="317" y="167"/>
                  </a:lnTo>
                  <a:cubicBezTo>
                    <a:pt x="317" y="56"/>
                    <a:pt x="238"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3" name="Google Shape;1603;p60"/>
            <p:cNvSpPr/>
            <p:nvPr/>
          </p:nvSpPr>
          <p:spPr bwMode="auto">
            <a:xfrm>
              <a:off x="6712700" y="1405449"/>
              <a:ext cx="19800" cy="23850"/>
            </a:xfrm>
            <a:custGeom>
              <a:avLst/>
              <a:gdLst/>
              <a:ahLst/>
              <a:cxnLst/>
              <a:rect l="l" t="t" r="r" b="b"/>
              <a:pathLst>
                <a:path w="792" h="954" fill="norm" stroke="1" extrusionOk="0">
                  <a:moveTo>
                    <a:pt x="178" y="1"/>
                  </a:moveTo>
                  <a:cubicBezTo>
                    <a:pt x="148" y="1"/>
                    <a:pt x="119" y="11"/>
                    <a:pt x="95" y="35"/>
                  </a:cubicBezTo>
                  <a:cubicBezTo>
                    <a:pt x="32" y="67"/>
                    <a:pt x="0" y="162"/>
                    <a:pt x="64" y="257"/>
                  </a:cubicBezTo>
                  <a:lnTo>
                    <a:pt x="475" y="859"/>
                  </a:lnTo>
                  <a:cubicBezTo>
                    <a:pt x="507" y="922"/>
                    <a:pt x="570" y="954"/>
                    <a:pt x="634" y="954"/>
                  </a:cubicBezTo>
                  <a:cubicBezTo>
                    <a:pt x="665" y="954"/>
                    <a:pt x="697" y="922"/>
                    <a:pt x="697" y="922"/>
                  </a:cubicBezTo>
                  <a:cubicBezTo>
                    <a:pt x="792" y="859"/>
                    <a:pt x="792" y="764"/>
                    <a:pt x="760" y="700"/>
                  </a:cubicBezTo>
                  <a:lnTo>
                    <a:pt x="317" y="67"/>
                  </a:lnTo>
                  <a:cubicBezTo>
                    <a:pt x="278" y="28"/>
                    <a:pt x="227" y="1"/>
                    <a:pt x="1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4" name="Google Shape;1604;p60"/>
            <p:cNvSpPr/>
            <p:nvPr/>
          </p:nvSpPr>
          <p:spPr bwMode="auto">
            <a:xfrm>
              <a:off x="6695275" y="1436200"/>
              <a:ext cx="25350" cy="11300"/>
            </a:xfrm>
            <a:custGeom>
              <a:avLst/>
              <a:gdLst/>
              <a:ahLst/>
              <a:cxnLst/>
              <a:rect l="l" t="t" r="r" b="b"/>
              <a:pathLst>
                <a:path w="1014" h="452" fill="norm" stroke="1" extrusionOk="0">
                  <a:moveTo>
                    <a:pt x="154" y="0"/>
                  </a:moveTo>
                  <a:cubicBezTo>
                    <a:pt x="96" y="0"/>
                    <a:pt x="27" y="57"/>
                    <a:pt x="1" y="135"/>
                  </a:cubicBezTo>
                  <a:cubicBezTo>
                    <a:pt x="1" y="230"/>
                    <a:pt x="64" y="294"/>
                    <a:pt x="127" y="325"/>
                  </a:cubicBezTo>
                  <a:lnTo>
                    <a:pt x="792" y="452"/>
                  </a:lnTo>
                  <a:lnTo>
                    <a:pt x="824" y="452"/>
                  </a:lnTo>
                  <a:cubicBezTo>
                    <a:pt x="887" y="452"/>
                    <a:pt x="982" y="389"/>
                    <a:pt x="982" y="325"/>
                  </a:cubicBezTo>
                  <a:cubicBezTo>
                    <a:pt x="1014" y="230"/>
                    <a:pt x="951" y="167"/>
                    <a:pt x="856" y="135"/>
                  </a:cubicBezTo>
                  <a:lnTo>
                    <a:pt x="191" y="9"/>
                  </a:lnTo>
                  <a:cubicBezTo>
                    <a:pt x="179" y="3"/>
                    <a:pt x="167" y="0"/>
                    <a:pt x="1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5" name="Google Shape;1605;p60"/>
            <p:cNvSpPr/>
            <p:nvPr/>
          </p:nvSpPr>
          <p:spPr bwMode="auto">
            <a:xfrm>
              <a:off x="6775250" y="1407200"/>
              <a:ext cx="20550" cy="22100"/>
            </a:xfrm>
            <a:custGeom>
              <a:avLst/>
              <a:gdLst/>
              <a:ahLst/>
              <a:cxnLst/>
              <a:rect l="l" t="t" r="r" b="b"/>
              <a:pathLst>
                <a:path w="822" h="884" fill="norm" stroke="1" extrusionOk="0">
                  <a:moveTo>
                    <a:pt x="580" y="1"/>
                  </a:moveTo>
                  <a:cubicBezTo>
                    <a:pt x="539" y="1"/>
                    <a:pt x="500" y="18"/>
                    <a:pt x="475" y="60"/>
                  </a:cubicBezTo>
                  <a:lnTo>
                    <a:pt x="63" y="630"/>
                  </a:lnTo>
                  <a:cubicBezTo>
                    <a:pt x="0" y="694"/>
                    <a:pt x="32" y="789"/>
                    <a:pt x="95" y="852"/>
                  </a:cubicBezTo>
                  <a:cubicBezTo>
                    <a:pt x="127" y="852"/>
                    <a:pt x="158" y="884"/>
                    <a:pt x="190" y="884"/>
                  </a:cubicBezTo>
                  <a:cubicBezTo>
                    <a:pt x="253" y="884"/>
                    <a:pt x="285" y="852"/>
                    <a:pt x="317" y="789"/>
                  </a:cubicBezTo>
                  <a:lnTo>
                    <a:pt x="728" y="250"/>
                  </a:lnTo>
                  <a:cubicBezTo>
                    <a:pt x="822" y="134"/>
                    <a:pt x="693" y="1"/>
                    <a:pt x="5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6" name="Google Shape;1606;p60"/>
            <p:cNvSpPr/>
            <p:nvPr/>
          </p:nvSpPr>
          <p:spPr bwMode="auto">
            <a:xfrm>
              <a:off x="6786325" y="1436400"/>
              <a:ext cx="25350" cy="11100"/>
            </a:xfrm>
            <a:custGeom>
              <a:avLst/>
              <a:gdLst/>
              <a:ahLst/>
              <a:cxnLst/>
              <a:rect l="l" t="t" r="r" b="b"/>
              <a:pathLst>
                <a:path w="1014" h="444" fill="norm" stroke="1" extrusionOk="0">
                  <a:moveTo>
                    <a:pt x="792" y="1"/>
                  </a:moveTo>
                  <a:lnTo>
                    <a:pt x="127" y="127"/>
                  </a:lnTo>
                  <a:cubicBezTo>
                    <a:pt x="64" y="159"/>
                    <a:pt x="0" y="222"/>
                    <a:pt x="0" y="317"/>
                  </a:cubicBezTo>
                  <a:cubicBezTo>
                    <a:pt x="32" y="381"/>
                    <a:pt x="95" y="444"/>
                    <a:pt x="159" y="444"/>
                  </a:cubicBezTo>
                  <a:lnTo>
                    <a:pt x="190" y="444"/>
                  </a:lnTo>
                  <a:lnTo>
                    <a:pt x="856" y="317"/>
                  </a:lnTo>
                  <a:cubicBezTo>
                    <a:pt x="951" y="286"/>
                    <a:pt x="1014" y="222"/>
                    <a:pt x="982" y="127"/>
                  </a:cubicBezTo>
                  <a:cubicBezTo>
                    <a:pt x="982" y="32"/>
                    <a:pt x="887" y="1"/>
                    <a:pt x="7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7" name="Google Shape;1607;p60"/>
            <p:cNvSpPr/>
            <p:nvPr/>
          </p:nvSpPr>
          <p:spPr bwMode="auto">
            <a:xfrm>
              <a:off x="6905875" y="1412650"/>
              <a:ext cx="80775" cy="44350"/>
            </a:xfrm>
            <a:custGeom>
              <a:avLst/>
              <a:gdLst/>
              <a:ahLst/>
              <a:cxnLst/>
              <a:rect l="l" t="t" r="r" b="b"/>
              <a:pathLst>
                <a:path w="3231" h="1774" fill="norm" stroke="1" extrusionOk="0">
                  <a:moveTo>
                    <a:pt x="1616" y="0"/>
                  </a:moveTo>
                  <a:cubicBezTo>
                    <a:pt x="808" y="0"/>
                    <a:pt x="1" y="539"/>
                    <a:pt x="1" y="1616"/>
                  </a:cubicBezTo>
                  <a:cubicBezTo>
                    <a:pt x="1" y="1679"/>
                    <a:pt x="96" y="1774"/>
                    <a:pt x="159" y="1774"/>
                  </a:cubicBezTo>
                  <a:cubicBezTo>
                    <a:pt x="254" y="1774"/>
                    <a:pt x="349" y="1679"/>
                    <a:pt x="317" y="1616"/>
                  </a:cubicBezTo>
                  <a:cubicBezTo>
                    <a:pt x="365" y="792"/>
                    <a:pt x="998" y="380"/>
                    <a:pt x="1628" y="380"/>
                  </a:cubicBezTo>
                  <a:cubicBezTo>
                    <a:pt x="2257" y="380"/>
                    <a:pt x="2882" y="792"/>
                    <a:pt x="2914" y="1616"/>
                  </a:cubicBezTo>
                  <a:cubicBezTo>
                    <a:pt x="2914" y="1711"/>
                    <a:pt x="2993" y="1758"/>
                    <a:pt x="3072" y="1758"/>
                  </a:cubicBezTo>
                  <a:cubicBezTo>
                    <a:pt x="3152" y="1758"/>
                    <a:pt x="3231" y="1711"/>
                    <a:pt x="3231" y="1616"/>
                  </a:cubicBezTo>
                  <a:cubicBezTo>
                    <a:pt x="3231" y="539"/>
                    <a:pt x="2423" y="0"/>
                    <a:pt x="1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8" name="Google Shape;1608;p60"/>
            <p:cNvSpPr/>
            <p:nvPr/>
          </p:nvSpPr>
          <p:spPr bwMode="auto">
            <a:xfrm>
              <a:off x="6942300" y="1393250"/>
              <a:ext cx="8725" cy="27350"/>
            </a:xfrm>
            <a:custGeom>
              <a:avLst/>
              <a:gdLst/>
              <a:ahLst/>
              <a:cxnLst/>
              <a:rect l="l" t="t" r="r" b="b"/>
              <a:pathLst>
                <a:path w="349" h="1094" fill="norm" stroke="1" extrusionOk="0">
                  <a:moveTo>
                    <a:pt x="174" y="1"/>
                  </a:moveTo>
                  <a:cubicBezTo>
                    <a:pt x="95" y="1"/>
                    <a:pt x="16" y="48"/>
                    <a:pt x="0" y="143"/>
                  </a:cubicBezTo>
                  <a:lnTo>
                    <a:pt x="0" y="935"/>
                  </a:lnTo>
                  <a:cubicBezTo>
                    <a:pt x="0" y="998"/>
                    <a:pt x="95" y="1093"/>
                    <a:pt x="159" y="1093"/>
                  </a:cubicBezTo>
                  <a:cubicBezTo>
                    <a:pt x="254" y="1093"/>
                    <a:pt x="349" y="998"/>
                    <a:pt x="349" y="935"/>
                  </a:cubicBezTo>
                  <a:lnTo>
                    <a:pt x="349" y="143"/>
                  </a:lnTo>
                  <a:cubicBezTo>
                    <a:pt x="333" y="48"/>
                    <a:pt x="254" y="1"/>
                    <a:pt x="1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9" name="Google Shape;1609;p60"/>
            <p:cNvSpPr/>
            <p:nvPr/>
          </p:nvSpPr>
          <p:spPr bwMode="auto">
            <a:xfrm>
              <a:off x="6908250" y="1405050"/>
              <a:ext cx="19825" cy="24250"/>
            </a:xfrm>
            <a:custGeom>
              <a:avLst/>
              <a:gdLst/>
              <a:ahLst/>
              <a:cxnLst/>
              <a:rect l="l" t="t" r="r" b="b"/>
              <a:pathLst>
                <a:path w="793" h="970" fill="norm" stroke="1" extrusionOk="0">
                  <a:moveTo>
                    <a:pt x="175" y="1"/>
                  </a:moveTo>
                  <a:cubicBezTo>
                    <a:pt x="146" y="1"/>
                    <a:pt x="119" y="8"/>
                    <a:pt x="96" y="19"/>
                  </a:cubicBezTo>
                  <a:cubicBezTo>
                    <a:pt x="32" y="83"/>
                    <a:pt x="1" y="178"/>
                    <a:pt x="64" y="241"/>
                  </a:cubicBezTo>
                  <a:lnTo>
                    <a:pt x="476" y="875"/>
                  </a:lnTo>
                  <a:cubicBezTo>
                    <a:pt x="507" y="906"/>
                    <a:pt x="571" y="938"/>
                    <a:pt x="602" y="970"/>
                  </a:cubicBezTo>
                  <a:cubicBezTo>
                    <a:pt x="634" y="970"/>
                    <a:pt x="666" y="938"/>
                    <a:pt x="697" y="938"/>
                  </a:cubicBezTo>
                  <a:cubicBezTo>
                    <a:pt x="761" y="875"/>
                    <a:pt x="792" y="780"/>
                    <a:pt x="729" y="716"/>
                  </a:cubicBezTo>
                  <a:lnTo>
                    <a:pt x="317" y="83"/>
                  </a:lnTo>
                  <a:cubicBezTo>
                    <a:pt x="277" y="23"/>
                    <a:pt x="224" y="1"/>
                    <a:pt x="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10" name="Google Shape;1610;p60"/>
            <p:cNvSpPr/>
            <p:nvPr/>
          </p:nvSpPr>
          <p:spPr bwMode="auto">
            <a:xfrm>
              <a:off x="6890825" y="1436200"/>
              <a:ext cx="26150" cy="11300"/>
            </a:xfrm>
            <a:custGeom>
              <a:avLst/>
              <a:gdLst/>
              <a:ahLst/>
              <a:cxnLst/>
              <a:rect l="l" t="t" r="r" b="b"/>
              <a:pathLst>
                <a:path w="1046" h="452" fill="norm" stroke="1" extrusionOk="0">
                  <a:moveTo>
                    <a:pt x="143" y="0"/>
                  </a:moveTo>
                  <a:cubicBezTo>
                    <a:pt x="74" y="0"/>
                    <a:pt x="27" y="57"/>
                    <a:pt x="1" y="135"/>
                  </a:cubicBezTo>
                  <a:cubicBezTo>
                    <a:pt x="1" y="230"/>
                    <a:pt x="32" y="294"/>
                    <a:pt x="127" y="325"/>
                  </a:cubicBezTo>
                  <a:lnTo>
                    <a:pt x="793" y="452"/>
                  </a:lnTo>
                  <a:lnTo>
                    <a:pt x="824" y="452"/>
                  </a:lnTo>
                  <a:cubicBezTo>
                    <a:pt x="1014" y="452"/>
                    <a:pt x="1046" y="167"/>
                    <a:pt x="856" y="135"/>
                  </a:cubicBezTo>
                  <a:lnTo>
                    <a:pt x="191" y="9"/>
                  </a:lnTo>
                  <a:cubicBezTo>
                    <a:pt x="174" y="3"/>
                    <a:pt x="158" y="0"/>
                    <a:pt x="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11" name="Google Shape;1611;p60"/>
            <p:cNvSpPr/>
            <p:nvPr/>
          </p:nvSpPr>
          <p:spPr bwMode="auto">
            <a:xfrm>
              <a:off x="6970800" y="1407375"/>
              <a:ext cx="19025" cy="21924"/>
            </a:xfrm>
            <a:custGeom>
              <a:avLst/>
              <a:gdLst/>
              <a:ahLst/>
              <a:cxnLst/>
              <a:rect l="l" t="t" r="r" b="b"/>
              <a:pathLst>
                <a:path w="761" h="877" fill="norm" stroke="1" extrusionOk="0">
                  <a:moveTo>
                    <a:pt x="575" y="1"/>
                  </a:moveTo>
                  <a:cubicBezTo>
                    <a:pt x="529" y="1"/>
                    <a:pt x="481" y="16"/>
                    <a:pt x="444" y="53"/>
                  </a:cubicBezTo>
                  <a:lnTo>
                    <a:pt x="64" y="623"/>
                  </a:lnTo>
                  <a:cubicBezTo>
                    <a:pt x="0" y="687"/>
                    <a:pt x="32" y="782"/>
                    <a:pt x="95" y="845"/>
                  </a:cubicBezTo>
                  <a:cubicBezTo>
                    <a:pt x="127" y="845"/>
                    <a:pt x="159" y="877"/>
                    <a:pt x="190" y="877"/>
                  </a:cubicBezTo>
                  <a:cubicBezTo>
                    <a:pt x="254" y="845"/>
                    <a:pt x="285" y="845"/>
                    <a:pt x="317" y="782"/>
                  </a:cubicBezTo>
                  <a:lnTo>
                    <a:pt x="729" y="243"/>
                  </a:lnTo>
                  <a:cubicBezTo>
                    <a:pt x="760" y="180"/>
                    <a:pt x="760" y="85"/>
                    <a:pt x="665" y="21"/>
                  </a:cubicBezTo>
                  <a:cubicBezTo>
                    <a:pt x="639" y="8"/>
                    <a:pt x="608"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12" name="Google Shape;1612;p60"/>
            <p:cNvSpPr/>
            <p:nvPr/>
          </p:nvSpPr>
          <p:spPr bwMode="auto">
            <a:xfrm>
              <a:off x="6981100" y="1436400"/>
              <a:ext cx="26150" cy="11100"/>
            </a:xfrm>
            <a:custGeom>
              <a:avLst/>
              <a:gdLst/>
              <a:ahLst/>
              <a:cxnLst/>
              <a:rect l="l" t="t" r="r" b="b"/>
              <a:pathLst>
                <a:path w="1046" h="444" fill="norm" stroke="1" extrusionOk="0">
                  <a:moveTo>
                    <a:pt x="823" y="1"/>
                  </a:moveTo>
                  <a:lnTo>
                    <a:pt x="158" y="127"/>
                  </a:lnTo>
                  <a:cubicBezTo>
                    <a:pt x="0" y="191"/>
                    <a:pt x="0" y="444"/>
                    <a:pt x="190" y="444"/>
                  </a:cubicBezTo>
                  <a:lnTo>
                    <a:pt x="222" y="444"/>
                  </a:lnTo>
                  <a:lnTo>
                    <a:pt x="887" y="317"/>
                  </a:lnTo>
                  <a:cubicBezTo>
                    <a:pt x="982" y="286"/>
                    <a:pt x="1045" y="222"/>
                    <a:pt x="1013" y="127"/>
                  </a:cubicBezTo>
                  <a:cubicBezTo>
                    <a:pt x="982" y="32"/>
                    <a:pt x="918" y="1"/>
                    <a:pt x="8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13" name="Google Shape;1613;p60"/>
            <p:cNvSpPr/>
            <p:nvPr/>
          </p:nvSpPr>
          <p:spPr bwMode="auto">
            <a:xfrm>
              <a:off x="6852050" y="1433225"/>
              <a:ext cx="44350" cy="84750"/>
            </a:xfrm>
            <a:custGeom>
              <a:avLst/>
              <a:gdLst/>
              <a:ahLst/>
              <a:cxnLst/>
              <a:rect l="l" t="t" r="r" b="b"/>
              <a:pathLst>
                <a:path w="1774" h="3390" fill="norm" stroke="1" extrusionOk="0">
                  <a:moveTo>
                    <a:pt x="158" y="1"/>
                  </a:moveTo>
                  <a:cubicBezTo>
                    <a:pt x="63" y="1"/>
                    <a:pt x="0" y="64"/>
                    <a:pt x="0" y="159"/>
                  </a:cubicBezTo>
                  <a:lnTo>
                    <a:pt x="0" y="1901"/>
                  </a:lnTo>
                  <a:lnTo>
                    <a:pt x="158" y="1901"/>
                  </a:lnTo>
                  <a:cubicBezTo>
                    <a:pt x="918" y="1901"/>
                    <a:pt x="1457" y="2218"/>
                    <a:pt x="1457" y="2503"/>
                  </a:cubicBezTo>
                  <a:cubicBezTo>
                    <a:pt x="1457" y="2788"/>
                    <a:pt x="918" y="3104"/>
                    <a:pt x="158" y="3104"/>
                  </a:cubicBezTo>
                  <a:cubicBezTo>
                    <a:pt x="146" y="3100"/>
                    <a:pt x="133" y="3098"/>
                    <a:pt x="122" y="3098"/>
                  </a:cubicBezTo>
                  <a:cubicBezTo>
                    <a:pt x="48" y="3098"/>
                    <a:pt x="0" y="3180"/>
                    <a:pt x="0" y="3263"/>
                  </a:cubicBezTo>
                  <a:cubicBezTo>
                    <a:pt x="0" y="3326"/>
                    <a:pt x="63" y="3389"/>
                    <a:pt x="158" y="3389"/>
                  </a:cubicBezTo>
                  <a:cubicBezTo>
                    <a:pt x="1077" y="3389"/>
                    <a:pt x="1773" y="3009"/>
                    <a:pt x="1773" y="2503"/>
                  </a:cubicBezTo>
                  <a:cubicBezTo>
                    <a:pt x="1773" y="1996"/>
                    <a:pt x="1140" y="1648"/>
                    <a:pt x="317" y="1584"/>
                  </a:cubicBezTo>
                  <a:lnTo>
                    <a:pt x="317" y="159"/>
                  </a:lnTo>
                  <a:cubicBezTo>
                    <a:pt x="317" y="64"/>
                    <a:pt x="253" y="1"/>
                    <a:pt x="1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14" name="Google Shape;1614;p60"/>
            <p:cNvSpPr/>
            <p:nvPr/>
          </p:nvSpPr>
          <p:spPr bwMode="auto">
            <a:xfrm>
              <a:off x="6742000" y="1418975"/>
              <a:ext cx="22975" cy="38025"/>
            </a:xfrm>
            <a:custGeom>
              <a:avLst/>
              <a:gdLst/>
              <a:ahLst/>
              <a:cxnLst/>
              <a:rect l="l" t="t" r="r" b="b"/>
              <a:pathLst>
                <a:path w="919" h="1521" fill="norm" stroke="1" extrusionOk="0">
                  <a:moveTo>
                    <a:pt x="443" y="1"/>
                  </a:moveTo>
                  <a:cubicBezTo>
                    <a:pt x="222" y="1"/>
                    <a:pt x="0" y="349"/>
                    <a:pt x="0" y="761"/>
                  </a:cubicBezTo>
                  <a:cubicBezTo>
                    <a:pt x="0" y="1204"/>
                    <a:pt x="222" y="1521"/>
                    <a:pt x="443" y="1521"/>
                  </a:cubicBezTo>
                  <a:cubicBezTo>
                    <a:pt x="697" y="1521"/>
                    <a:pt x="918" y="1204"/>
                    <a:pt x="918" y="761"/>
                  </a:cubicBezTo>
                  <a:cubicBezTo>
                    <a:pt x="918" y="349"/>
                    <a:pt x="697" y="1"/>
                    <a:pt x="4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15" name="Google Shape;1615;p60"/>
            <p:cNvSpPr/>
            <p:nvPr/>
          </p:nvSpPr>
          <p:spPr bwMode="auto">
            <a:xfrm>
              <a:off x="6935175" y="1418975"/>
              <a:ext cx="22975" cy="38025"/>
            </a:xfrm>
            <a:custGeom>
              <a:avLst/>
              <a:gdLst/>
              <a:ahLst/>
              <a:cxnLst/>
              <a:rect l="l" t="t" r="r" b="b"/>
              <a:pathLst>
                <a:path w="919" h="1521" fill="norm" stroke="1" extrusionOk="0">
                  <a:moveTo>
                    <a:pt x="444" y="1"/>
                  </a:moveTo>
                  <a:cubicBezTo>
                    <a:pt x="222" y="1"/>
                    <a:pt x="0" y="349"/>
                    <a:pt x="0" y="761"/>
                  </a:cubicBezTo>
                  <a:cubicBezTo>
                    <a:pt x="0" y="1204"/>
                    <a:pt x="222" y="1521"/>
                    <a:pt x="444" y="1521"/>
                  </a:cubicBezTo>
                  <a:cubicBezTo>
                    <a:pt x="697" y="1521"/>
                    <a:pt x="919" y="1204"/>
                    <a:pt x="919" y="761"/>
                  </a:cubicBezTo>
                  <a:cubicBezTo>
                    <a:pt x="919" y="349"/>
                    <a:pt x="697" y="1"/>
                    <a:pt x="4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16" name="Google Shape;1616;p60"/>
            <p:cNvSpPr/>
            <p:nvPr/>
          </p:nvSpPr>
          <p:spPr bwMode="auto">
            <a:xfrm>
              <a:off x="6719825" y="1113375"/>
              <a:ext cx="197950" cy="151325"/>
            </a:xfrm>
            <a:custGeom>
              <a:avLst/>
              <a:gdLst/>
              <a:ahLst/>
              <a:cxnLst/>
              <a:rect l="l" t="t" r="r" b="b"/>
              <a:pathLst>
                <a:path w="7918" h="6053" fill="norm" stroke="1" extrusionOk="0">
                  <a:moveTo>
                    <a:pt x="0" y="1"/>
                  </a:moveTo>
                  <a:cubicBezTo>
                    <a:pt x="317" y="824"/>
                    <a:pt x="760" y="1584"/>
                    <a:pt x="1299" y="2249"/>
                  </a:cubicBezTo>
                  <a:cubicBezTo>
                    <a:pt x="1805" y="2977"/>
                    <a:pt x="2407" y="3611"/>
                    <a:pt x="3072" y="4181"/>
                  </a:cubicBezTo>
                  <a:cubicBezTo>
                    <a:pt x="3769" y="4751"/>
                    <a:pt x="4529" y="5226"/>
                    <a:pt x="5352" y="5574"/>
                  </a:cubicBezTo>
                  <a:cubicBezTo>
                    <a:pt x="6087" y="5868"/>
                    <a:pt x="6903" y="6053"/>
                    <a:pt x="7725" y="6053"/>
                  </a:cubicBezTo>
                  <a:cubicBezTo>
                    <a:pt x="7789" y="6053"/>
                    <a:pt x="7853" y="6052"/>
                    <a:pt x="7918" y="6049"/>
                  </a:cubicBezTo>
                  <a:cubicBezTo>
                    <a:pt x="7094" y="5859"/>
                    <a:pt x="6302" y="5574"/>
                    <a:pt x="5542" y="5163"/>
                  </a:cubicBezTo>
                  <a:cubicBezTo>
                    <a:pt x="4814" y="4783"/>
                    <a:pt x="4117" y="4308"/>
                    <a:pt x="3452" y="3769"/>
                  </a:cubicBezTo>
                  <a:cubicBezTo>
                    <a:pt x="2819" y="3199"/>
                    <a:pt x="2217" y="2629"/>
                    <a:pt x="1647" y="1996"/>
                  </a:cubicBezTo>
                  <a:cubicBezTo>
                    <a:pt x="1077" y="1362"/>
                    <a:pt x="507" y="697"/>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17" name="Google Shape;1617;p60"/>
            <p:cNvSpPr/>
            <p:nvPr/>
          </p:nvSpPr>
          <p:spPr bwMode="auto">
            <a:xfrm>
              <a:off x="7019875" y="1302125"/>
              <a:ext cx="136200" cy="72550"/>
            </a:xfrm>
            <a:custGeom>
              <a:avLst/>
              <a:gdLst/>
              <a:ahLst/>
              <a:cxnLst/>
              <a:rect l="l" t="t" r="r" b="b"/>
              <a:pathLst>
                <a:path w="5448" h="2902" fill="norm" stroke="1" extrusionOk="0">
                  <a:moveTo>
                    <a:pt x="602" y="1"/>
                  </a:moveTo>
                  <a:cubicBezTo>
                    <a:pt x="399" y="1"/>
                    <a:pt x="198" y="8"/>
                    <a:pt x="1" y="19"/>
                  </a:cubicBezTo>
                  <a:cubicBezTo>
                    <a:pt x="539" y="114"/>
                    <a:pt x="1078" y="241"/>
                    <a:pt x="1584" y="368"/>
                  </a:cubicBezTo>
                  <a:cubicBezTo>
                    <a:pt x="2123" y="495"/>
                    <a:pt x="2629" y="653"/>
                    <a:pt x="3136" y="875"/>
                  </a:cubicBezTo>
                  <a:cubicBezTo>
                    <a:pt x="3611" y="1065"/>
                    <a:pt x="4086" y="1318"/>
                    <a:pt x="4498" y="1666"/>
                  </a:cubicBezTo>
                  <a:cubicBezTo>
                    <a:pt x="4910" y="1983"/>
                    <a:pt x="5226" y="2426"/>
                    <a:pt x="5448" y="2901"/>
                  </a:cubicBezTo>
                  <a:cubicBezTo>
                    <a:pt x="5353" y="2363"/>
                    <a:pt x="5100" y="1825"/>
                    <a:pt x="4688" y="1445"/>
                  </a:cubicBezTo>
                  <a:cubicBezTo>
                    <a:pt x="4276" y="1033"/>
                    <a:pt x="3801" y="748"/>
                    <a:pt x="3263" y="526"/>
                  </a:cubicBezTo>
                  <a:cubicBezTo>
                    <a:pt x="2756" y="336"/>
                    <a:pt x="2218" y="178"/>
                    <a:pt x="1648" y="83"/>
                  </a:cubicBezTo>
                  <a:cubicBezTo>
                    <a:pt x="1306" y="23"/>
                    <a:pt x="952" y="1"/>
                    <a:pt x="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18" name="Google Shape;1618;p60"/>
            <p:cNvSpPr/>
            <p:nvPr/>
          </p:nvSpPr>
          <p:spPr bwMode="auto">
            <a:xfrm>
              <a:off x="7074524" y="1350900"/>
              <a:ext cx="110850" cy="184500"/>
            </a:xfrm>
            <a:custGeom>
              <a:avLst/>
              <a:gdLst/>
              <a:ahLst/>
              <a:cxnLst/>
              <a:rect l="l" t="t" r="r" b="b"/>
              <a:pathLst>
                <a:path w="4434" h="7380" fill="norm" stroke="1" extrusionOk="0">
                  <a:moveTo>
                    <a:pt x="0" y="0"/>
                  </a:moveTo>
                  <a:lnTo>
                    <a:pt x="0" y="0"/>
                  </a:lnTo>
                  <a:cubicBezTo>
                    <a:pt x="317" y="190"/>
                    <a:pt x="633" y="412"/>
                    <a:pt x="918" y="634"/>
                  </a:cubicBezTo>
                  <a:cubicBezTo>
                    <a:pt x="1203" y="887"/>
                    <a:pt x="1488" y="1140"/>
                    <a:pt x="1773" y="1394"/>
                  </a:cubicBezTo>
                  <a:cubicBezTo>
                    <a:pt x="2280" y="1932"/>
                    <a:pt x="2755" y="2502"/>
                    <a:pt x="3167" y="3136"/>
                  </a:cubicBezTo>
                  <a:cubicBezTo>
                    <a:pt x="3547" y="3737"/>
                    <a:pt x="3864" y="4434"/>
                    <a:pt x="4022" y="5131"/>
                  </a:cubicBezTo>
                  <a:cubicBezTo>
                    <a:pt x="4180" y="5859"/>
                    <a:pt x="4212" y="6619"/>
                    <a:pt x="4085" y="7379"/>
                  </a:cubicBezTo>
                  <a:cubicBezTo>
                    <a:pt x="4339" y="6619"/>
                    <a:pt x="4434" y="5859"/>
                    <a:pt x="4307" y="5099"/>
                  </a:cubicBezTo>
                  <a:cubicBezTo>
                    <a:pt x="4180" y="4307"/>
                    <a:pt x="3895" y="3579"/>
                    <a:pt x="3484" y="2914"/>
                  </a:cubicBezTo>
                  <a:cubicBezTo>
                    <a:pt x="3040" y="2280"/>
                    <a:pt x="2534" y="1679"/>
                    <a:pt x="1932" y="1172"/>
                  </a:cubicBezTo>
                  <a:cubicBezTo>
                    <a:pt x="1362" y="665"/>
                    <a:pt x="728" y="285"/>
                    <a:pt x="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19" name="Google Shape;1619;p60"/>
            <p:cNvSpPr/>
            <p:nvPr/>
          </p:nvSpPr>
          <p:spPr bwMode="auto">
            <a:xfrm>
              <a:off x="6614525" y="1220250"/>
              <a:ext cx="78400" cy="154425"/>
            </a:xfrm>
            <a:custGeom>
              <a:avLst/>
              <a:gdLst/>
              <a:ahLst/>
              <a:cxnLst/>
              <a:rect l="l" t="t" r="r" b="b"/>
              <a:pathLst>
                <a:path w="3136" h="6177" fill="norm" stroke="1" extrusionOk="0">
                  <a:moveTo>
                    <a:pt x="3136" y="1"/>
                  </a:moveTo>
                  <a:lnTo>
                    <a:pt x="2502" y="1648"/>
                  </a:lnTo>
                  <a:cubicBezTo>
                    <a:pt x="2280" y="2186"/>
                    <a:pt x="2059" y="2724"/>
                    <a:pt x="1805" y="3231"/>
                  </a:cubicBezTo>
                  <a:cubicBezTo>
                    <a:pt x="1584" y="3770"/>
                    <a:pt x="1330" y="4276"/>
                    <a:pt x="1014" y="4783"/>
                  </a:cubicBezTo>
                  <a:cubicBezTo>
                    <a:pt x="729" y="5290"/>
                    <a:pt x="380" y="5765"/>
                    <a:pt x="0" y="6176"/>
                  </a:cubicBezTo>
                  <a:cubicBezTo>
                    <a:pt x="539" y="5891"/>
                    <a:pt x="1014" y="5511"/>
                    <a:pt x="1394" y="5036"/>
                  </a:cubicBezTo>
                  <a:cubicBezTo>
                    <a:pt x="1742" y="4561"/>
                    <a:pt x="2059" y="4023"/>
                    <a:pt x="2312" y="3453"/>
                  </a:cubicBezTo>
                  <a:cubicBezTo>
                    <a:pt x="2565" y="2914"/>
                    <a:pt x="2755" y="2344"/>
                    <a:pt x="2882" y="1774"/>
                  </a:cubicBezTo>
                  <a:cubicBezTo>
                    <a:pt x="3041" y="1173"/>
                    <a:pt x="3104" y="603"/>
                    <a:pt x="31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20" name="Google Shape;1620;p60"/>
            <p:cNvSpPr/>
            <p:nvPr/>
          </p:nvSpPr>
          <p:spPr bwMode="auto">
            <a:xfrm>
              <a:off x="6448250" y="1183050"/>
              <a:ext cx="62575" cy="150449"/>
            </a:xfrm>
            <a:custGeom>
              <a:avLst/>
              <a:gdLst/>
              <a:ahLst/>
              <a:cxnLst/>
              <a:rect l="l" t="t" r="r" b="b"/>
              <a:pathLst>
                <a:path w="2503" h="6018" fill="norm" stroke="1" extrusionOk="0">
                  <a:moveTo>
                    <a:pt x="2503" y="0"/>
                  </a:moveTo>
                  <a:lnTo>
                    <a:pt x="2503" y="0"/>
                  </a:lnTo>
                  <a:cubicBezTo>
                    <a:pt x="1394" y="507"/>
                    <a:pt x="571" y="1426"/>
                    <a:pt x="222" y="2597"/>
                  </a:cubicBezTo>
                  <a:cubicBezTo>
                    <a:pt x="32" y="3167"/>
                    <a:pt x="1" y="3769"/>
                    <a:pt x="64" y="4339"/>
                  </a:cubicBezTo>
                  <a:cubicBezTo>
                    <a:pt x="96" y="4656"/>
                    <a:pt x="127" y="4941"/>
                    <a:pt x="222" y="5226"/>
                  </a:cubicBezTo>
                  <a:cubicBezTo>
                    <a:pt x="317" y="5479"/>
                    <a:pt x="412" y="5764"/>
                    <a:pt x="539" y="6018"/>
                  </a:cubicBezTo>
                  <a:cubicBezTo>
                    <a:pt x="507" y="5733"/>
                    <a:pt x="444" y="5479"/>
                    <a:pt x="412" y="5194"/>
                  </a:cubicBezTo>
                  <a:lnTo>
                    <a:pt x="349" y="4751"/>
                  </a:lnTo>
                  <a:lnTo>
                    <a:pt x="349" y="4561"/>
                  </a:lnTo>
                  <a:lnTo>
                    <a:pt x="349" y="4339"/>
                  </a:lnTo>
                  <a:lnTo>
                    <a:pt x="349" y="3927"/>
                  </a:lnTo>
                  <a:lnTo>
                    <a:pt x="412" y="3516"/>
                  </a:lnTo>
                  <a:cubicBezTo>
                    <a:pt x="412" y="3357"/>
                    <a:pt x="444" y="3231"/>
                    <a:pt x="476" y="3104"/>
                  </a:cubicBezTo>
                  <a:cubicBezTo>
                    <a:pt x="507" y="2977"/>
                    <a:pt x="539" y="2851"/>
                    <a:pt x="571" y="2724"/>
                  </a:cubicBezTo>
                  <a:cubicBezTo>
                    <a:pt x="729" y="2186"/>
                    <a:pt x="983" y="1679"/>
                    <a:pt x="1299" y="1236"/>
                  </a:cubicBezTo>
                  <a:cubicBezTo>
                    <a:pt x="1648" y="761"/>
                    <a:pt x="2028" y="349"/>
                    <a:pt x="25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21" name="Google Shape;1621;p60"/>
            <p:cNvSpPr/>
            <p:nvPr/>
          </p:nvSpPr>
          <p:spPr bwMode="auto">
            <a:xfrm>
              <a:off x="6484674" y="1374650"/>
              <a:ext cx="57025" cy="228050"/>
            </a:xfrm>
            <a:custGeom>
              <a:avLst/>
              <a:gdLst/>
              <a:ahLst/>
              <a:cxnLst/>
              <a:rect l="l" t="t" r="r" b="b"/>
              <a:pathLst>
                <a:path w="2281" h="9122" fill="norm" stroke="1" extrusionOk="0">
                  <a:moveTo>
                    <a:pt x="2281" y="0"/>
                  </a:moveTo>
                  <a:cubicBezTo>
                    <a:pt x="1742" y="634"/>
                    <a:pt x="1299" y="1362"/>
                    <a:pt x="919" y="2091"/>
                  </a:cubicBezTo>
                  <a:cubicBezTo>
                    <a:pt x="539" y="2851"/>
                    <a:pt x="286" y="3642"/>
                    <a:pt x="159" y="4466"/>
                  </a:cubicBezTo>
                  <a:cubicBezTo>
                    <a:pt x="1" y="5321"/>
                    <a:pt x="64" y="6176"/>
                    <a:pt x="286" y="6999"/>
                  </a:cubicBezTo>
                  <a:cubicBezTo>
                    <a:pt x="539" y="7791"/>
                    <a:pt x="982" y="8519"/>
                    <a:pt x="1584" y="9121"/>
                  </a:cubicBezTo>
                  <a:cubicBezTo>
                    <a:pt x="1109" y="8456"/>
                    <a:pt x="761" y="7728"/>
                    <a:pt x="571" y="6936"/>
                  </a:cubicBezTo>
                  <a:cubicBezTo>
                    <a:pt x="412" y="6144"/>
                    <a:pt x="381" y="5321"/>
                    <a:pt x="507" y="4561"/>
                  </a:cubicBezTo>
                  <a:cubicBezTo>
                    <a:pt x="634" y="3737"/>
                    <a:pt x="887" y="2946"/>
                    <a:pt x="1204" y="2217"/>
                  </a:cubicBezTo>
                  <a:cubicBezTo>
                    <a:pt x="1489" y="1457"/>
                    <a:pt x="1869" y="729"/>
                    <a:pt x="228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22" name="Google Shape;1622;p60"/>
            <p:cNvSpPr/>
            <p:nvPr/>
          </p:nvSpPr>
          <p:spPr bwMode="auto">
            <a:xfrm>
              <a:off x="6818775" y="1160100"/>
              <a:ext cx="123550" cy="62400"/>
            </a:xfrm>
            <a:custGeom>
              <a:avLst/>
              <a:gdLst/>
              <a:ahLst/>
              <a:cxnLst/>
              <a:rect l="l" t="t" r="r" b="b"/>
              <a:pathLst>
                <a:path w="4942" h="2496" fill="norm" stroke="1" extrusionOk="0">
                  <a:moveTo>
                    <a:pt x="1" y="0"/>
                  </a:moveTo>
                  <a:lnTo>
                    <a:pt x="1" y="0"/>
                  </a:lnTo>
                  <a:cubicBezTo>
                    <a:pt x="254" y="412"/>
                    <a:pt x="571" y="760"/>
                    <a:pt x="919" y="1108"/>
                  </a:cubicBezTo>
                  <a:cubicBezTo>
                    <a:pt x="1268" y="1425"/>
                    <a:pt x="1679" y="1710"/>
                    <a:pt x="2123" y="1964"/>
                  </a:cubicBezTo>
                  <a:cubicBezTo>
                    <a:pt x="2534" y="2185"/>
                    <a:pt x="3009" y="2344"/>
                    <a:pt x="3516" y="2439"/>
                  </a:cubicBezTo>
                  <a:cubicBezTo>
                    <a:pt x="3715" y="2478"/>
                    <a:pt x="3914" y="2496"/>
                    <a:pt x="4113" y="2496"/>
                  </a:cubicBezTo>
                  <a:cubicBezTo>
                    <a:pt x="4389" y="2496"/>
                    <a:pt x="4665" y="2462"/>
                    <a:pt x="4941" y="2407"/>
                  </a:cubicBezTo>
                  <a:cubicBezTo>
                    <a:pt x="4498" y="2375"/>
                    <a:pt x="4023" y="2312"/>
                    <a:pt x="3580" y="2185"/>
                  </a:cubicBezTo>
                  <a:cubicBezTo>
                    <a:pt x="3136" y="2027"/>
                    <a:pt x="2693" y="1869"/>
                    <a:pt x="2281" y="1647"/>
                  </a:cubicBezTo>
                  <a:cubicBezTo>
                    <a:pt x="1458" y="1172"/>
                    <a:pt x="698" y="633"/>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23" name="Google Shape;1623;p60"/>
            <p:cNvSpPr/>
            <p:nvPr/>
          </p:nvSpPr>
          <p:spPr bwMode="auto">
            <a:xfrm>
              <a:off x="7011174" y="1671550"/>
              <a:ext cx="150449" cy="110225"/>
            </a:xfrm>
            <a:custGeom>
              <a:avLst/>
              <a:gdLst/>
              <a:ahLst/>
              <a:cxnLst/>
              <a:rect l="l" t="t" r="r" b="b"/>
              <a:pathLst>
                <a:path w="6018" h="4409" fill="norm" stroke="1" extrusionOk="0">
                  <a:moveTo>
                    <a:pt x="6018" y="0"/>
                  </a:moveTo>
                  <a:cubicBezTo>
                    <a:pt x="5764" y="602"/>
                    <a:pt x="5416" y="1172"/>
                    <a:pt x="5004" y="1679"/>
                  </a:cubicBezTo>
                  <a:cubicBezTo>
                    <a:pt x="4624" y="2185"/>
                    <a:pt x="4149" y="2629"/>
                    <a:pt x="3611" y="2977"/>
                  </a:cubicBezTo>
                  <a:cubicBezTo>
                    <a:pt x="3072" y="3357"/>
                    <a:pt x="2471" y="3642"/>
                    <a:pt x="1869" y="3864"/>
                  </a:cubicBezTo>
                  <a:cubicBezTo>
                    <a:pt x="1267" y="4117"/>
                    <a:pt x="634" y="4307"/>
                    <a:pt x="0" y="4402"/>
                  </a:cubicBezTo>
                  <a:cubicBezTo>
                    <a:pt x="85" y="4406"/>
                    <a:pt x="169" y="4408"/>
                    <a:pt x="254" y="4408"/>
                  </a:cubicBezTo>
                  <a:cubicBezTo>
                    <a:pt x="834" y="4408"/>
                    <a:pt x="1411" y="4315"/>
                    <a:pt x="1964" y="4149"/>
                  </a:cubicBezTo>
                  <a:cubicBezTo>
                    <a:pt x="2629" y="3959"/>
                    <a:pt x="3231" y="3674"/>
                    <a:pt x="3801" y="3294"/>
                  </a:cubicBezTo>
                  <a:cubicBezTo>
                    <a:pt x="4371" y="2914"/>
                    <a:pt x="4878" y="2407"/>
                    <a:pt x="5258" y="1869"/>
                  </a:cubicBezTo>
                  <a:cubicBezTo>
                    <a:pt x="5638" y="1299"/>
                    <a:pt x="5891" y="665"/>
                    <a:pt x="60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24" name="Google Shape;1624;p60"/>
            <p:cNvSpPr/>
            <p:nvPr/>
          </p:nvSpPr>
          <p:spPr bwMode="auto">
            <a:xfrm>
              <a:off x="6598675" y="1548025"/>
              <a:ext cx="121175" cy="183725"/>
            </a:xfrm>
            <a:custGeom>
              <a:avLst/>
              <a:gdLst/>
              <a:ahLst/>
              <a:cxnLst/>
              <a:rect l="l" t="t" r="r" b="b"/>
              <a:pathLst>
                <a:path w="4847" h="7349" fill="norm" stroke="1" extrusionOk="0">
                  <a:moveTo>
                    <a:pt x="254" y="1"/>
                  </a:moveTo>
                  <a:lnTo>
                    <a:pt x="254" y="1"/>
                  </a:lnTo>
                  <a:cubicBezTo>
                    <a:pt x="64" y="824"/>
                    <a:pt x="1" y="1648"/>
                    <a:pt x="64" y="2503"/>
                  </a:cubicBezTo>
                  <a:cubicBezTo>
                    <a:pt x="96" y="3326"/>
                    <a:pt x="318" y="4149"/>
                    <a:pt x="698" y="4941"/>
                  </a:cubicBezTo>
                  <a:cubicBezTo>
                    <a:pt x="1078" y="5701"/>
                    <a:pt x="1679" y="6335"/>
                    <a:pt x="2439" y="6746"/>
                  </a:cubicBezTo>
                  <a:cubicBezTo>
                    <a:pt x="3168" y="7158"/>
                    <a:pt x="4023" y="7348"/>
                    <a:pt x="4846" y="7348"/>
                  </a:cubicBezTo>
                  <a:cubicBezTo>
                    <a:pt x="4055" y="7221"/>
                    <a:pt x="3294" y="6936"/>
                    <a:pt x="2598" y="6493"/>
                  </a:cubicBezTo>
                  <a:cubicBezTo>
                    <a:pt x="1933" y="6081"/>
                    <a:pt x="1394" y="5480"/>
                    <a:pt x="1014" y="4751"/>
                  </a:cubicBezTo>
                  <a:cubicBezTo>
                    <a:pt x="666" y="4023"/>
                    <a:pt x="444" y="3263"/>
                    <a:pt x="349" y="2471"/>
                  </a:cubicBezTo>
                  <a:cubicBezTo>
                    <a:pt x="223" y="1648"/>
                    <a:pt x="223" y="824"/>
                    <a:pt x="25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25" name="Google Shape;1625;p60"/>
            <p:cNvSpPr/>
            <p:nvPr/>
          </p:nvSpPr>
          <p:spPr bwMode="auto">
            <a:xfrm>
              <a:off x="6541675" y="1717475"/>
              <a:ext cx="158375" cy="67100"/>
            </a:xfrm>
            <a:custGeom>
              <a:avLst/>
              <a:gdLst/>
              <a:ahLst/>
              <a:cxnLst/>
              <a:rect l="l" t="t" r="r" b="b"/>
              <a:pathLst>
                <a:path w="6335" h="2684" fill="norm" stroke="1" extrusionOk="0">
                  <a:moveTo>
                    <a:pt x="1" y="0"/>
                  </a:moveTo>
                  <a:cubicBezTo>
                    <a:pt x="286" y="538"/>
                    <a:pt x="666" y="1045"/>
                    <a:pt x="1141" y="1457"/>
                  </a:cubicBezTo>
                  <a:cubicBezTo>
                    <a:pt x="1584" y="1900"/>
                    <a:pt x="2123" y="2217"/>
                    <a:pt x="2724" y="2439"/>
                  </a:cubicBezTo>
                  <a:cubicBezTo>
                    <a:pt x="3009" y="2534"/>
                    <a:pt x="3326" y="2597"/>
                    <a:pt x="3643" y="2660"/>
                  </a:cubicBezTo>
                  <a:cubicBezTo>
                    <a:pt x="3801" y="2676"/>
                    <a:pt x="3959" y="2684"/>
                    <a:pt x="4114" y="2684"/>
                  </a:cubicBezTo>
                  <a:cubicBezTo>
                    <a:pt x="4268" y="2684"/>
                    <a:pt x="4419" y="2676"/>
                    <a:pt x="4561" y="2660"/>
                  </a:cubicBezTo>
                  <a:cubicBezTo>
                    <a:pt x="4878" y="2629"/>
                    <a:pt x="5194" y="2534"/>
                    <a:pt x="5479" y="2439"/>
                  </a:cubicBezTo>
                  <a:cubicBezTo>
                    <a:pt x="5765" y="2344"/>
                    <a:pt x="6050" y="2185"/>
                    <a:pt x="6335" y="2058"/>
                  </a:cubicBezTo>
                  <a:lnTo>
                    <a:pt x="6335" y="2058"/>
                  </a:lnTo>
                  <a:cubicBezTo>
                    <a:pt x="5733" y="2217"/>
                    <a:pt x="5163" y="2312"/>
                    <a:pt x="4561" y="2344"/>
                  </a:cubicBezTo>
                  <a:cubicBezTo>
                    <a:pt x="4485" y="2348"/>
                    <a:pt x="4409" y="2350"/>
                    <a:pt x="4333" y="2350"/>
                  </a:cubicBezTo>
                  <a:cubicBezTo>
                    <a:pt x="3815" y="2350"/>
                    <a:pt x="3321" y="2256"/>
                    <a:pt x="2851" y="2090"/>
                  </a:cubicBezTo>
                  <a:cubicBezTo>
                    <a:pt x="2281" y="1900"/>
                    <a:pt x="1774" y="1615"/>
                    <a:pt x="1299" y="1235"/>
                  </a:cubicBezTo>
                  <a:cubicBezTo>
                    <a:pt x="824" y="887"/>
                    <a:pt x="381" y="443"/>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dur="indefinite" restart="never" nodeType="tmRoot">
          <p:childTnLst>
            <p:seq concurrent="1" nextAc="seek">
              <p:cTn id="2" dur="indefinite" nodeType="mainSeq">
                <p:childTnLst>
                  <p:par>
                    <p:cTn fill="hold">
                      <p:stCondLst>
                        <p:cond delay="indefinite"/>
                        <p:cond evt="onBegin" delay="0">
                          <p:tn val="2"/>
                        </p:cond>
                      </p:stCondLst>
                      <p:childTnLst>
                        <p:par>
                          <p:cTn fill="hold">
                            <p:stCondLst>
                              <p:cond delay="0"/>
                            </p:stCondLst>
                            <p:childTnLst>
                              <p:par>
                                <p:cTn presetID="2" presetClass="entr" presetSubtype="2" fill="hold" nodeType="afterEffect">
                                  <p:stCondLst>
                                    <p:cond delay="0"/>
                                  </p:stCondLst>
                                  <p:childTnLst>
                                    <p:set>
                                      <p:cBhvr>
                                        <p:cTn dur="1" fill="hold">
                                          <p:stCondLst>
                                            <p:cond delay="0"/>
                                          </p:stCondLst>
                                        </p:cTn>
                                        <p:tgtEl>
                                          <p:spTgt spid="873763764"/>
                                        </p:tgtEl>
                                        <p:attrNameLst>
                                          <p:attrName>style.visibility</p:attrName>
                                        </p:attrNameLst>
                                      </p:cBhvr>
                                      <p:to>
                                        <p:strVal val="visible"/>
                                      </p:to>
                                    </p:set>
                                    <p:anim calcmode="lin" valueType="num">
                                      <p:cBhvr additive="base">
                                        <p:cTn dur="1000"/>
                                        <p:tgtEl>
                                          <p:spTgt spid="873763764"/>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6409749" name="Google Shape;1489;p57"/>
          <p:cNvSpPr/>
          <p:nvPr/>
        </p:nvSpPr>
        <p:spPr bwMode="auto">
          <a:xfrm>
            <a:off x="668972" y="3714710"/>
            <a:ext cx="612600" cy="6126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80238117" name="Google Shape;1492;p57"/>
          <p:cNvSpPr/>
          <p:nvPr/>
        </p:nvSpPr>
        <p:spPr bwMode="auto">
          <a:xfrm>
            <a:off x="668972" y="2129049"/>
            <a:ext cx="612600" cy="612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19837667" name="Google Shape;1493;p57"/>
          <p:cNvSpPr txBox="1"/>
          <p:nvPr>
            <p:ph type="title"/>
          </p:nvPr>
        </p:nvSpPr>
        <p:spPr bwMode="auto">
          <a:xfrm flipH="0" flipV="0">
            <a:off x="458091" y="655760"/>
            <a:ext cx="8320257" cy="572699"/>
          </a:xfrm>
          <a:prstGeom prst="rect">
            <a:avLst/>
          </a:prstGeom>
        </p:spPr>
        <p:txBody>
          <a:bodyPr spcFirstLastPara="1" wrap="square" lIns="91424" tIns="91424" rIns="91424" bIns="91424" anchor="t" anchorCtr="0">
            <a:noAutofit/>
          </a:bodyPr>
          <a:lstStyle/>
          <a:p>
            <a:pPr marL="0" lvl="0" indent="0" algn="ctr" rtl="0">
              <a:spcBef>
                <a:spcPts val="0"/>
              </a:spcBef>
              <a:spcAft>
                <a:spcPts val="0"/>
              </a:spcAft>
              <a:buNone/>
              <a:defRPr/>
            </a:pPr>
            <a:r>
              <a:rPr lang="en" sz="2800" b="1" i="0" u="none" strike="noStrike" cap="none" spc="0">
                <a:solidFill>
                  <a:schemeClr val="dk1"/>
                </a:solidFill>
                <a:latin typeface="Josefin Sans"/>
                <a:ea typeface="Josefin Sans"/>
                <a:cs typeface="Josefin Sans"/>
              </a:rPr>
              <a:t>Principle of Ethical Pharmaceutical Marketing</a:t>
            </a:r>
            <a:endParaRPr/>
          </a:p>
        </p:txBody>
      </p:sp>
      <p:sp>
        <p:nvSpPr>
          <p:cNvPr id="746095795" name="Google Shape;1494;p57"/>
          <p:cNvSpPr txBox="1"/>
          <p:nvPr>
            <p:ph type="title" idx="2"/>
          </p:nvPr>
        </p:nvSpPr>
        <p:spPr bwMode="auto">
          <a:xfrm flipH="1">
            <a:off x="668972" y="2265449"/>
            <a:ext cx="612600" cy="38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defRPr/>
            </a:pPr>
            <a:r>
              <a:rPr lang="en"/>
              <a:t>01</a:t>
            </a:r>
            <a:endParaRPr/>
          </a:p>
        </p:txBody>
      </p:sp>
      <p:sp>
        <p:nvSpPr>
          <p:cNvPr id="2040905513" name="Google Shape;1495;p57"/>
          <p:cNvSpPr txBox="1"/>
          <p:nvPr>
            <p:ph type="title" idx="4"/>
          </p:nvPr>
        </p:nvSpPr>
        <p:spPr bwMode="auto">
          <a:xfrm>
            <a:off x="668972" y="3830960"/>
            <a:ext cx="612600" cy="38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defRPr/>
            </a:pPr>
            <a:r>
              <a:rPr lang="en"/>
              <a:t>02</a:t>
            </a:r>
            <a:endParaRPr/>
          </a:p>
        </p:txBody>
      </p:sp>
      <p:sp>
        <p:nvSpPr>
          <p:cNvPr id="1357728385" name="Google Shape;1498;p57"/>
          <p:cNvSpPr txBox="1"/>
          <p:nvPr>
            <p:ph type="title" idx="3"/>
          </p:nvPr>
        </p:nvSpPr>
        <p:spPr bwMode="auto">
          <a:xfrm>
            <a:off x="1481973" y="1725607"/>
            <a:ext cx="5234100" cy="38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defRPr/>
            </a:pPr>
            <a:r>
              <a:rPr lang="en" sz="2800" b="1" i="0" u="none" strike="noStrike" cap="none" spc="0">
                <a:solidFill>
                  <a:schemeClr val="dk1"/>
                </a:solidFill>
                <a:latin typeface="Josefin Sans"/>
                <a:ea typeface="Josefin Sans"/>
                <a:cs typeface="Josefin Sans"/>
              </a:rPr>
              <a:t>Fairness</a:t>
            </a:r>
            <a:endParaRPr/>
          </a:p>
        </p:txBody>
      </p:sp>
      <p:sp>
        <p:nvSpPr>
          <p:cNvPr id="698742998" name="Google Shape;1499;p57"/>
          <p:cNvSpPr txBox="1"/>
          <p:nvPr>
            <p:ph type="subTitle" idx="1"/>
          </p:nvPr>
        </p:nvSpPr>
        <p:spPr bwMode="auto">
          <a:xfrm flipH="0" flipV="0">
            <a:off x="1481973" y="2149200"/>
            <a:ext cx="7466464" cy="3800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en" sz="1600" b="0" i="0" u="none" strike="noStrike" cap="none" spc="0">
                <a:solidFill>
                  <a:schemeClr val="dk1"/>
                </a:solidFill>
                <a:latin typeface="Gudea"/>
                <a:ea typeface="Gudea"/>
                <a:cs typeface="Gudea"/>
              </a:rPr>
              <a:t> Establishing fairness as a decision-making principle means companies commit to fair prices, better wages, and sustainable development.</a:t>
            </a:r>
            <a:endParaRPr/>
          </a:p>
        </p:txBody>
      </p:sp>
      <p:sp>
        <p:nvSpPr>
          <p:cNvPr id="673068980" name="Google Shape;1504;p57"/>
          <p:cNvSpPr txBox="1"/>
          <p:nvPr>
            <p:ph type="title" idx="5"/>
          </p:nvPr>
        </p:nvSpPr>
        <p:spPr bwMode="auto">
          <a:xfrm>
            <a:off x="1481973" y="3028449"/>
            <a:ext cx="5234100" cy="38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defRPr/>
            </a:pPr>
            <a:r>
              <a:rPr lang="en" sz="2800" b="1" i="0" u="none" strike="noStrike" cap="none" spc="0">
                <a:solidFill>
                  <a:schemeClr val="dk1"/>
                </a:solidFill>
                <a:latin typeface="Josefin Sans"/>
                <a:ea typeface="Josefin Sans"/>
                <a:cs typeface="Josefin Sans"/>
              </a:rPr>
              <a:t>Honesty</a:t>
            </a:r>
            <a:endParaRPr/>
          </a:p>
        </p:txBody>
      </p:sp>
      <p:sp>
        <p:nvSpPr>
          <p:cNvPr id="1639398302" name="Google Shape;1505;p57"/>
          <p:cNvSpPr txBox="1"/>
          <p:nvPr>
            <p:ph type="subTitle" idx="6"/>
          </p:nvPr>
        </p:nvSpPr>
        <p:spPr bwMode="auto">
          <a:xfrm flipH="0" flipV="0">
            <a:off x="1481973" y="3476724"/>
            <a:ext cx="7466464" cy="3800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en" sz="1600" b="0" i="0" u="none" strike="noStrike" cap="none" spc="0">
                <a:solidFill>
                  <a:schemeClr val="dk1"/>
                </a:solidFill>
                <a:latin typeface="Gudea"/>
                <a:ea typeface="Gudea"/>
                <a:cs typeface="Gudea"/>
              </a:rPr>
              <a:t> A cornerstone of ethical behavior is honesty. Honest companies use marketing communications to provide factual and unexaggerated information about the functionality and impact of their products and services; they advertise without attempting to mislead.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6774272" name="Google Shape;1489;p57"/>
          <p:cNvSpPr/>
          <p:nvPr/>
        </p:nvSpPr>
        <p:spPr bwMode="auto">
          <a:xfrm>
            <a:off x="668972" y="3598459"/>
            <a:ext cx="612599" cy="612599"/>
          </a:xfrm>
          <a:prstGeom prst="ellipse">
            <a:avLst/>
          </a:prstGeom>
          <a:noFill/>
          <a:ln w="19050" cap="flat" cmpd="sng">
            <a:solidFill>
              <a:schemeClr val="accent2"/>
            </a:solidFill>
            <a:prstDash val="solid"/>
            <a:round/>
            <a:headEnd type="none" w="sm" len="sm"/>
            <a:tailEnd type="none" w="sm" len="sm"/>
          </a:ln>
        </p:spPr>
        <p:txBody>
          <a:bodyPr spcFirstLastPara="1" wrap="square" lIns="91424" tIns="91424" rIns="91424" bIns="91424" anchor="ctr" anchorCtr="0">
            <a:noAutofit/>
          </a:bodyPr>
          <a:lstStyle/>
          <a:p>
            <a:pPr marL="0" lvl="0" indent="0" algn="l" rtl="0">
              <a:spcBef>
                <a:spcPts val="0"/>
              </a:spcBef>
              <a:spcAft>
                <a:spcPts val="0"/>
              </a:spcAft>
              <a:buNone/>
              <a:defRPr/>
            </a:pPr>
            <a:endParaRPr/>
          </a:p>
        </p:txBody>
      </p:sp>
      <p:sp>
        <p:nvSpPr>
          <p:cNvPr id="817910733" name="Google Shape;1492;p57"/>
          <p:cNvSpPr/>
          <p:nvPr/>
        </p:nvSpPr>
        <p:spPr bwMode="auto">
          <a:xfrm>
            <a:off x="668972" y="1779257"/>
            <a:ext cx="612599" cy="612599"/>
          </a:xfrm>
          <a:prstGeom prst="ellipse">
            <a:avLst/>
          </a:prstGeom>
          <a:solidFill>
            <a:schemeClr val="accent2"/>
          </a:solidFill>
          <a:ln>
            <a:noFill/>
          </a:ln>
        </p:spPr>
        <p:txBody>
          <a:bodyPr spcFirstLastPara="1" wrap="square" lIns="91424" tIns="91424" rIns="91424" bIns="91424" anchor="ctr" anchorCtr="0">
            <a:noAutofit/>
          </a:bodyPr>
          <a:lstStyle/>
          <a:p>
            <a:pPr marL="0" lvl="0" indent="0" algn="l" rtl="0">
              <a:spcBef>
                <a:spcPts val="0"/>
              </a:spcBef>
              <a:spcAft>
                <a:spcPts val="0"/>
              </a:spcAft>
              <a:buNone/>
              <a:defRPr/>
            </a:pPr>
            <a:endParaRPr/>
          </a:p>
        </p:txBody>
      </p:sp>
      <p:sp>
        <p:nvSpPr>
          <p:cNvPr id="301284771" name="Google Shape;1493;p57"/>
          <p:cNvSpPr txBox="1"/>
          <p:nvPr>
            <p:ph type="title"/>
          </p:nvPr>
        </p:nvSpPr>
        <p:spPr bwMode="auto">
          <a:xfrm flipH="0" flipV="0">
            <a:off x="458091" y="369409"/>
            <a:ext cx="8320257" cy="572699"/>
          </a:xfrm>
          <a:prstGeom prst="rect">
            <a:avLst/>
          </a:prstGeom>
        </p:spPr>
        <p:txBody>
          <a:bodyPr spcFirstLastPara="1" wrap="square" lIns="91424" tIns="91424" rIns="91424" bIns="91424" anchor="t" anchorCtr="0">
            <a:noAutofit/>
          </a:bodyPr>
          <a:lstStyle/>
          <a:p>
            <a:pPr marL="0" lvl="0" indent="0" algn="ctr" rtl="0">
              <a:spcBef>
                <a:spcPts val="0"/>
              </a:spcBef>
              <a:spcAft>
                <a:spcPts val="0"/>
              </a:spcAft>
              <a:buNone/>
              <a:defRPr/>
            </a:pPr>
            <a:r>
              <a:rPr lang="en" sz="2800" b="1" i="0" u="none" strike="noStrike" cap="none" spc="0">
                <a:solidFill>
                  <a:schemeClr val="dk1"/>
                </a:solidFill>
                <a:latin typeface="Josefin Sans"/>
                <a:ea typeface="Josefin Sans"/>
                <a:cs typeface="Josefin Sans"/>
              </a:rPr>
              <a:t>Principle of Ethical Pharmaceutical Marketing</a:t>
            </a:r>
            <a:endParaRPr/>
          </a:p>
        </p:txBody>
      </p:sp>
      <p:sp>
        <p:nvSpPr>
          <p:cNvPr id="1570202509" name="Google Shape;1494;p57"/>
          <p:cNvSpPr txBox="1"/>
          <p:nvPr>
            <p:ph type="title" idx="2"/>
          </p:nvPr>
        </p:nvSpPr>
        <p:spPr bwMode="auto">
          <a:xfrm flipH="1">
            <a:off x="668972" y="1915657"/>
            <a:ext cx="612599" cy="380099"/>
          </a:xfrm>
          <a:prstGeom prst="rect">
            <a:avLst/>
          </a:prstGeom>
        </p:spPr>
        <p:txBody>
          <a:bodyPr spcFirstLastPara="1" wrap="square" lIns="91424" tIns="91424" rIns="91424" bIns="91424" anchor="ctr" anchorCtr="0">
            <a:noAutofit/>
          </a:bodyPr>
          <a:lstStyle/>
          <a:p>
            <a:pPr marL="0" lvl="0" indent="0" algn="ctr" rtl="0">
              <a:spcBef>
                <a:spcPts val="0"/>
              </a:spcBef>
              <a:spcAft>
                <a:spcPts val="0"/>
              </a:spcAft>
              <a:buNone/>
              <a:defRPr/>
            </a:pPr>
            <a:r>
              <a:rPr lang="en"/>
              <a:t>0</a:t>
            </a:r>
            <a:r>
              <a:rPr lang="en-US"/>
              <a:t>3</a:t>
            </a:r>
            <a:endParaRPr/>
          </a:p>
        </p:txBody>
      </p:sp>
      <p:sp>
        <p:nvSpPr>
          <p:cNvPr id="1953024893" name="Google Shape;1495;p57"/>
          <p:cNvSpPr txBox="1"/>
          <p:nvPr>
            <p:ph type="title" idx="4"/>
          </p:nvPr>
        </p:nvSpPr>
        <p:spPr bwMode="auto">
          <a:xfrm>
            <a:off x="668972" y="3714709"/>
            <a:ext cx="612599" cy="380099"/>
          </a:xfrm>
          <a:prstGeom prst="rect">
            <a:avLst/>
          </a:prstGeom>
        </p:spPr>
        <p:txBody>
          <a:bodyPr spcFirstLastPara="1" wrap="square" lIns="91424" tIns="91424" rIns="91424" bIns="91424" anchor="ctr" anchorCtr="0">
            <a:noAutofit/>
          </a:bodyPr>
          <a:lstStyle/>
          <a:p>
            <a:pPr marL="0" lvl="0" indent="0" algn="ctr" rtl="0">
              <a:spcBef>
                <a:spcPts val="0"/>
              </a:spcBef>
              <a:spcAft>
                <a:spcPts val="0"/>
              </a:spcAft>
              <a:buNone/>
              <a:defRPr/>
            </a:pPr>
            <a:r>
              <a:rPr lang="en"/>
              <a:t>0</a:t>
            </a:r>
            <a:r>
              <a:rPr lang="en-US"/>
              <a:t>4</a:t>
            </a:r>
            <a:endParaRPr/>
          </a:p>
        </p:txBody>
      </p:sp>
      <p:sp>
        <p:nvSpPr>
          <p:cNvPr id="1449853964" name="Google Shape;1498;p57"/>
          <p:cNvSpPr txBox="1"/>
          <p:nvPr>
            <p:ph type="title" idx="3"/>
          </p:nvPr>
        </p:nvSpPr>
        <p:spPr bwMode="auto">
          <a:xfrm>
            <a:off x="1481972" y="1375815"/>
            <a:ext cx="5234099" cy="380099"/>
          </a:xfrm>
          <a:prstGeom prst="rect">
            <a:avLst/>
          </a:prstGeom>
        </p:spPr>
        <p:txBody>
          <a:bodyPr spcFirstLastPara="1" wrap="square" lIns="91424" tIns="91424" rIns="91424" bIns="91424" anchor="ctr" anchorCtr="0">
            <a:noAutofit/>
          </a:bodyPr>
          <a:lstStyle/>
          <a:p>
            <a:pPr marL="0" lvl="0" indent="0" algn="l" rtl="0">
              <a:spcBef>
                <a:spcPts val="0"/>
              </a:spcBef>
              <a:spcAft>
                <a:spcPts val="0"/>
              </a:spcAft>
              <a:buNone/>
              <a:defRPr/>
            </a:pPr>
            <a:r>
              <a:rPr lang="en" sz="2800" b="1" i="0" u="none" strike="noStrike" cap="none" spc="0">
                <a:solidFill>
                  <a:schemeClr val="dk1"/>
                </a:solidFill>
                <a:latin typeface="Josefin Sans"/>
                <a:ea typeface="Josefin Sans"/>
                <a:cs typeface="Josefin Sans"/>
              </a:rPr>
              <a:t>Responsibility</a:t>
            </a:r>
            <a:endParaRPr/>
          </a:p>
        </p:txBody>
      </p:sp>
      <p:sp>
        <p:nvSpPr>
          <p:cNvPr id="93949029" name="Google Shape;1499;p57"/>
          <p:cNvSpPr txBox="1"/>
          <p:nvPr>
            <p:ph type="subTitle" idx="1"/>
          </p:nvPr>
        </p:nvSpPr>
        <p:spPr bwMode="auto">
          <a:xfrm flipH="0" flipV="0">
            <a:off x="1481972" y="1779257"/>
            <a:ext cx="7466463" cy="3800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en" sz="1600" b="0" i="0" u="none" strike="noStrike" cap="none" spc="0">
                <a:solidFill>
                  <a:schemeClr val="dk1"/>
                </a:solidFill>
                <a:latin typeface="Gudea"/>
                <a:ea typeface="Gudea"/>
                <a:cs typeface="Gudea"/>
              </a:rPr>
              <a:t>Businesses may emphasize their responsibility in several ways, including their obligation to provide a reliable product or service, support social causes, give back to communities, treat their employees with respect, or protect the environment through sustainable practices.</a:t>
            </a:r>
            <a:endParaRPr/>
          </a:p>
        </p:txBody>
      </p:sp>
      <p:sp>
        <p:nvSpPr>
          <p:cNvPr id="1731015527" name="Google Shape;1504;p57"/>
          <p:cNvSpPr txBox="1"/>
          <p:nvPr>
            <p:ph type="title" idx="5"/>
          </p:nvPr>
        </p:nvSpPr>
        <p:spPr bwMode="auto">
          <a:xfrm>
            <a:off x="1481972" y="3096624"/>
            <a:ext cx="5234099" cy="380099"/>
          </a:xfrm>
          <a:prstGeom prst="rect">
            <a:avLst/>
          </a:prstGeom>
        </p:spPr>
        <p:txBody>
          <a:bodyPr spcFirstLastPara="1" wrap="square" lIns="91424" tIns="91424" rIns="91424" bIns="91424" anchor="ctr" anchorCtr="0">
            <a:noAutofit/>
          </a:bodyPr>
          <a:lstStyle/>
          <a:p>
            <a:pPr marL="0" lvl="0" indent="0" algn="l" rtl="0">
              <a:spcBef>
                <a:spcPts val="0"/>
              </a:spcBef>
              <a:spcAft>
                <a:spcPts val="0"/>
              </a:spcAft>
              <a:buNone/>
              <a:defRPr/>
            </a:pPr>
            <a:r>
              <a:rPr lang="en" sz="2800" b="1" i="0" u="none" strike="noStrike" cap="none" spc="0">
                <a:solidFill>
                  <a:schemeClr val="dk1"/>
                </a:solidFill>
                <a:latin typeface="Josefin Sans"/>
                <a:ea typeface="Josefin Sans"/>
                <a:cs typeface="Josefin Sans"/>
              </a:rPr>
              <a:t>Transparency</a:t>
            </a:r>
            <a:endParaRPr/>
          </a:p>
        </p:txBody>
      </p:sp>
      <p:sp>
        <p:nvSpPr>
          <p:cNvPr id="1778624012" name="Google Shape;1505;p57"/>
          <p:cNvSpPr txBox="1"/>
          <p:nvPr>
            <p:ph type="subTitle" idx="6"/>
          </p:nvPr>
        </p:nvSpPr>
        <p:spPr bwMode="auto">
          <a:xfrm flipH="0" flipV="0">
            <a:off x="1481972" y="3476724"/>
            <a:ext cx="7466463" cy="3800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en" sz="1600" b="0" i="0" u="none" strike="noStrike" cap="none" spc="0">
                <a:solidFill>
                  <a:schemeClr val="dk1"/>
                </a:solidFill>
                <a:latin typeface="Gudea"/>
                <a:ea typeface="Gudea"/>
                <a:cs typeface="Gudea"/>
              </a:rPr>
              <a:t> A cornerstone of ethical behavior is honesty. Honest companies use marketing communications to provide factual and unexaggerated information about the functionality and impact of their products and services; they advertise without attempting to mislead.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2641846" name="Google Shape;1483;p56"/>
          <p:cNvSpPr txBox="1"/>
          <p:nvPr>
            <p:ph type="title"/>
          </p:nvPr>
        </p:nvSpPr>
        <p:spPr bwMode="auto">
          <a:xfrm>
            <a:off x="713224" y="301374"/>
            <a:ext cx="7717500" cy="572699"/>
          </a:xfrm>
          <a:prstGeom prst="rect">
            <a:avLst/>
          </a:prstGeom>
        </p:spPr>
        <p:txBody>
          <a:bodyPr spcFirstLastPara="1" wrap="square" lIns="91424" tIns="91424" rIns="91424" bIns="91424" anchor="t" anchorCtr="0">
            <a:noAutofit/>
          </a:bodyPr>
          <a:lstStyle/>
          <a:p>
            <a:pPr marL="0" lvl="0" indent="0" algn="ctr" rtl="0">
              <a:spcBef>
                <a:spcPts val="0"/>
              </a:spcBef>
              <a:spcAft>
                <a:spcPts val="0"/>
              </a:spcAft>
              <a:buNone/>
              <a:defRPr/>
            </a:pPr>
            <a:r>
              <a:rPr lang="en-US" sz="2800" b="1" i="0" u="none" strike="noStrike" cap="none" spc="0">
                <a:solidFill>
                  <a:srgbClr val="023047"/>
                </a:solidFill>
                <a:latin typeface="Josefin Sans"/>
                <a:ea typeface="Josefin Sans"/>
                <a:cs typeface="Josefin Sans"/>
              </a:rPr>
              <a:t>Ethical Pharmaceutical Marketing Examples</a:t>
            </a:r>
            <a:endParaRPr/>
          </a:p>
        </p:txBody>
      </p:sp>
      <p:sp>
        <p:nvSpPr>
          <p:cNvPr id="1357878939" name="Google Shape;1484;p56"/>
          <p:cNvSpPr txBox="1"/>
          <p:nvPr>
            <p:ph type="body" idx="1"/>
          </p:nvPr>
        </p:nvSpPr>
        <p:spPr bwMode="auto">
          <a:xfrm>
            <a:off x="713224" y="874074"/>
            <a:ext cx="7717500" cy="3521999"/>
          </a:xfrm>
          <a:prstGeom prst="rect">
            <a:avLst/>
          </a:prstGeom>
        </p:spPr>
        <p:txBody>
          <a:bodyPr spcFirstLastPara="1" wrap="square" lIns="91424" tIns="91424" rIns="91424" bIns="91424" anchor="t" anchorCtr="0">
            <a:noAutofit/>
          </a:bodyPr>
          <a:lstStyle/>
          <a:p>
            <a:pPr marL="152399" indent="0">
              <a:buClr>
                <a:srgbClr val="434343"/>
              </a:buClr>
              <a:buSzPts val="1200"/>
              <a:buFont typeface="Gudea"/>
              <a:buNone/>
              <a:defRPr/>
            </a:pPr>
            <a:r>
              <a:rPr lang="en-US" sz="1400" b="0" i="0" u="none" strike="noStrike" cap="none" spc="0">
                <a:solidFill>
                  <a:schemeClr val="dk1"/>
                </a:solidFill>
                <a:latin typeface="Gudea"/>
                <a:ea typeface="Gudea"/>
                <a:cs typeface="Gudea"/>
              </a:rPr>
              <a:t>Companies use various ethical marketing practices to advertise their drugs, formulations.. etc.. Here are a few examples:</a:t>
            </a:r>
            <a:endParaRPr lang="en-US" sz="1400" b="0" i="0" u="none" strike="noStrike" cap="none" spc="0">
              <a:solidFill>
                <a:schemeClr val="dk1"/>
              </a:solidFill>
              <a:latin typeface="Gudea"/>
              <a:ea typeface="Gudea"/>
              <a:cs typeface="Gudea"/>
            </a:endParaRPr>
          </a:p>
          <a:p>
            <a:pPr marL="152399" indent="0">
              <a:buClr>
                <a:srgbClr val="434343"/>
              </a:buClr>
              <a:buSzPts val="1200"/>
              <a:buFont typeface="Gudea"/>
              <a:buNone/>
              <a:defRPr/>
            </a:pPr>
            <a:endParaRPr lang="en-US" sz="1400" b="0" i="0" u="none" strike="noStrike" cap="none" spc="0">
              <a:solidFill>
                <a:schemeClr val="dk1"/>
              </a:solidFill>
              <a:latin typeface="Gudea"/>
              <a:cs typeface="Gudea"/>
            </a:endParaRPr>
          </a:p>
          <a:p>
            <a:pPr>
              <a:defRPr/>
            </a:pPr>
            <a:r>
              <a:rPr lang="en-US" sz="1400" b="0" i="0" u="none" strike="noStrike" cap="none" spc="0">
                <a:solidFill>
                  <a:schemeClr val="dk1"/>
                </a:solidFill>
                <a:latin typeface="Gudea"/>
                <a:ea typeface="Gudea"/>
                <a:cs typeface="Gudea"/>
              </a:rPr>
              <a:t>A charitable giving campaign: Many ethical companies engage in significant</a:t>
            </a:r>
            <a:endParaRPr lang="en-US" sz="1400" b="0" i="0" u="none" strike="noStrike" cap="none" spc="0">
              <a:solidFill>
                <a:schemeClr val="dk1"/>
              </a:solidFill>
              <a:latin typeface="Gudea"/>
              <a:cs typeface="Gudea"/>
            </a:endParaRPr>
          </a:p>
          <a:p>
            <a:pPr>
              <a:defRPr/>
            </a:pPr>
            <a:r>
              <a:rPr lang="en-US" sz="1400" b="0" i="0" u="none" strike="noStrike" cap="none" spc="0">
                <a:solidFill>
                  <a:schemeClr val="dk1"/>
                </a:solidFill>
                <a:latin typeface="Gudea"/>
                <a:ea typeface="Gudea"/>
                <a:cs typeface="Gudea"/>
              </a:rPr>
              <a:t>charitable giving programs, donating money or goods to social causes and initiatives with a positive impact. An example of a charitable giving campaign is a one-to-one program built into the business model: The company donates one product to charity for every product they sell.</a:t>
            </a:r>
            <a:endParaRPr lang="en-US" sz="1400" b="0" i="0" u="none" strike="noStrike" cap="none" spc="0">
              <a:solidFill>
                <a:schemeClr val="dk1"/>
              </a:solidFill>
              <a:latin typeface="Gudea"/>
              <a:cs typeface="Gudea"/>
            </a:endParaRPr>
          </a:p>
          <a:p>
            <a:pPr>
              <a:defRPr/>
            </a:pPr>
            <a:r>
              <a:rPr lang="en-US" sz="1400" b="0" i="0" u="none" strike="noStrike" cap="none" spc="0">
                <a:solidFill>
                  <a:schemeClr val="dk1"/>
                </a:solidFill>
                <a:latin typeface="Gudea"/>
                <a:ea typeface="Gudea"/>
                <a:cs typeface="Gudea"/>
              </a:rPr>
              <a:t> Centering business decisions and impact on product pages: A common ethical  marketing strategy is to advertise the company’s fair business practices on product pages. The site may give an inside look at the production process (like a factory or office space) or provide accurate numbers about the product’s minimal environmental impact. This aims to establish brand loyalty and make customers feel proud about supporting a company that works hard to be ethical.</a:t>
            </a:r>
            <a:endParaRPr lang="en-US" sz="1400" b="0" i="0" u="none" strike="noStrike" cap="none" spc="0">
              <a:solidFill>
                <a:schemeClr val="dk1"/>
              </a:solidFill>
              <a:latin typeface="Gudea"/>
              <a:ea typeface="Gudea"/>
              <a:cs typeface="Gudea"/>
            </a:endParaRPr>
          </a:p>
          <a:p>
            <a:pPr>
              <a:defRPr/>
            </a:pPr>
            <a:r>
              <a:rPr lang="en-US" sz="1400" b="0" i="0" u="none" strike="noStrike" cap="none" spc="0">
                <a:solidFill>
                  <a:schemeClr val="dk1"/>
                </a:solidFill>
                <a:latin typeface="Gudea"/>
                <a:ea typeface="Gudea"/>
                <a:cs typeface="Gudea"/>
              </a:rPr>
              <a:t> Socially responsible social media accounts: Many companies work to show their ethical </a:t>
            </a:r>
            <a:r>
              <a:rPr lang="en-US" sz="1400" b="0" i="0" u="none" strike="noStrike" cap="none" spc="0">
                <a:solidFill>
                  <a:schemeClr val="dk1"/>
                </a:solidFill>
                <a:latin typeface="Gudea"/>
                <a:ea typeface="Gudea"/>
                <a:cs typeface="Gudea"/>
              </a:rPr>
              <a:t>practices by being responsible and outspoken online about social and ethical issues. This marketing decision emphasizes the company is an ethical brand with a sense of social responsibility that customers want to support</a:t>
            </a:r>
            <a:r>
              <a:rPr lang="en-US" sz="1400" b="0" i="0" u="none" strike="noStrike" cap="none" spc="0">
                <a:solidFill>
                  <a:schemeClr val="dk1"/>
                </a:solidFill>
                <a:latin typeface="Gudea"/>
                <a:ea typeface="Gudea"/>
                <a:cs typeface="Gudea"/>
              </a:rPr>
              <a:t> </a:t>
            </a:r>
            <a:endParaRPr lang="en-US" sz="1400" b="0" i="0" u="none" strike="noStrike" cap="none" spc="0">
              <a:solidFill>
                <a:schemeClr val="dk1"/>
              </a:solidFill>
              <a:latin typeface="Gudea"/>
              <a:cs typeface="Gudea"/>
            </a:endParaRPr>
          </a:p>
          <a:p>
            <a:pPr marL="0" lvl="0" indent="0" algn="l" rtl="0">
              <a:spcBef>
                <a:spcPts val="0"/>
              </a:spcBef>
              <a:spcAft>
                <a:spcPts val="0"/>
              </a:spcAft>
              <a:buNone/>
              <a:defRPr/>
            </a:pPr>
            <a:r>
              <a:rPr lang="en-US" sz="1400" b="0" i="0" u="none" strike="noStrike" cap="none" spc="0">
                <a:solidFill>
                  <a:schemeClr val="dk1"/>
                </a:solidFill>
                <a:latin typeface="Gudea"/>
                <a:ea typeface="Gudea"/>
                <a:cs typeface="Gudea"/>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alphaModFix/>
          </a:blip>
          <a:stretch/>
        </a:blipFill>
      </p:bgPr>
    </p:bg>
    <p:spTree>
      <p:nvGrpSpPr>
        <p:cNvPr id="1" name=""/>
        <p:cNvGrpSpPr/>
        <p:nvPr/>
      </p:nvGrpSpPr>
      <p:grpSpPr bwMode="auto">
        <a:xfrm>
          <a:off x="0" y="0"/>
          <a:ext cx="0" cy="0"/>
          <a:chOff x="0" y="0"/>
          <a:chExt cx="0" cy="0"/>
        </a:xfrm>
      </p:grpSpPr>
      <p:sp>
        <p:nvSpPr>
          <p:cNvPr id="1476802741" name="Google Shape;2156;p80"/>
          <p:cNvSpPr txBox="1"/>
          <p:nvPr>
            <p:ph type="title"/>
          </p:nvPr>
        </p:nvSpPr>
        <p:spPr bwMode="auto">
          <a:xfrm>
            <a:off x="720000" y="1466199"/>
            <a:ext cx="3527698" cy="5726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en" sz="2800" b="1" i="0" u="none" strike="noStrike" cap="none" spc="0">
                <a:solidFill>
                  <a:schemeClr val="dk1"/>
                </a:solidFill>
                <a:latin typeface="Josefin Sans"/>
                <a:ea typeface="Josefin Sans"/>
                <a:cs typeface="Josefin Sans"/>
              </a:rPr>
              <a:t>Problems Which Face Ethical Marketing in the Field of Pharmacy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99705" name="Google Shape;1483;p56"/>
          <p:cNvSpPr txBox="1"/>
          <p:nvPr>
            <p:ph type="title"/>
          </p:nvPr>
        </p:nvSpPr>
        <p:spPr bwMode="auto">
          <a:xfrm>
            <a:off x="713224" y="301374"/>
            <a:ext cx="7717500" cy="572699"/>
          </a:xfrm>
          <a:prstGeom prst="rect">
            <a:avLst/>
          </a:prstGeom>
        </p:spPr>
        <p:txBody>
          <a:bodyPr spcFirstLastPara="1" wrap="square" lIns="91424" tIns="91424" rIns="91424" bIns="91424" anchor="t" anchorCtr="0">
            <a:noAutofit/>
          </a:bodyPr>
          <a:lstStyle/>
          <a:p>
            <a:pPr>
              <a:defRPr/>
            </a:pPr>
            <a:r>
              <a:rPr lang="en-US" sz="2800" b="1" i="0" u="none" strike="noStrike" cap="none" spc="0">
                <a:solidFill>
                  <a:srgbClr val="023047"/>
                </a:solidFill>
                <a:latin typeface="Josefin Sans"/>
                <a:ea typeface="Josefin Sans"/>
                <a:cs typeface="Josefin Sans"/>
              </a:rPr>
              <a:t>Some ethical problems in market research are the invasion of privacy </a:t>
            </a:r>
            <a:r>
              <a:rPr lang="en-US" sz="2800" b="1" i="0" u="none" strike="noStrike" cap="none" spc="0">
                <a:solidFill>
                  <a:srgbClr val="023047"/>
                </a:solidFill>
                <a:latin typeface="Josefin Sans"/>
                <a:ea typeface="Josefin Sans"/>
                <a:cs typeface="Josefin Sans"/>
              </a:rPr>
              <a:t>&amp; stereotyping. </a:t>
            </a:r>
            <a:endParaRPr lang="en-US" sz="2800" b="1" i="0" u="none" strike="noStrike" cap="none" spc="0">
              <a:solidFill>
                <a:srgbClr val="023047"/>
              </a:solidFill>
              <a:latin typeface="Josefin Sans"/>
              <a:cs typeface="Josefin Sans"/>
            </a:endParaRPr>
          </a:p>
        </p:txBody>
      </p:sp>
      <p:sp>
        <p:nvSpPr>
          <p:cNvPr id="903245705" name="Google Shape;1484;p56"/>
          <p:cNvSpPr txBox="1"/>
          <p:nvPr>
            <p:ph type="body" idx="1"/>
          </p:nvPr>
        </p:nvSpPr>
        <p:spPr bwMode="auto">
          <a:xfrm>
            <a:off x="594162" y="1299297"/>
            <a:ext cx="7717500" cy="3521999"/>
          </a:xfrm>
          <a:prstGeom prst="rect">
            <a:avLst/>
          </a:prstGeom>
        </p:spPr>
        <p:txBody>
          <a:bodyPr spcFirstLastPara="1" wrap="square" lIns="91424" tIns="91424" rIns="91424" bIns="91424" anchor="t" anchorCtr="0">
            <a:noAutofit/>
          </a:bodyPr>
          <a:lstStyle/>
          <a:p>
            <a:pPr marL="152399" indent="0">
              <a:buClr>
                <a:srgbClr val="434343"/>
              </a:buClr>
              <a:buSzPts val="1200"/>
              <a:buFont typeface="Gudea"/>
              <a:buNone/>
              <a:defRPr/>
            </a:pPr>
            <a:r>
              <a:rPr lang="en-US" sz="1400" b="0" i="0" u="none" strike="noStrike" cap="none" spc="0">
                <a:solidFill>
                  <a:schemeClr val="dk1"/>
                </a:solidFill>
                <a:latin typeface="Gudea"/>
                <a:ea typeface="Gudea"/>
                <a:cs typeface="Gudea"/>
              </a:rPr>
              <a:t>stereotyping can lead to a variety of ethically undesirable results Including in</a:t>
            </a:r>
            <a:endParaRPr lang="en-US" sz="1400" b="0" i="0" u="none" strike="noStrike" cap="none" spc="0">
              <a:solidFill>
                <a:schemeClr val="dk1"/>
              </a:solidFill>
              <a:latin typeface="Gudea"/>
              <a:cs typeface="Gudea"/>
            </a:endParaRPr>
          </a:p>
          <a:p>
            <a:pPr marL="152398" indent="0">
              <a:buClr>
                <a:srgbClr val="434343"/>
              </a:buClr>
              <a:buSzPts val="1200"/>
              <a:buFont typeface="Gudea"/>
              <a:buNone/>
              <a:defRPr/>
            </a:pPr>
            <a:r>
              <a:rPr lang="en-US" sz="1400" b="0" i="0" u="none" strike="noStrike" cap="none" spc="0">
                <a:solidFill>
                  <a:schemeClr val="dk1"/>
                </a:solidFill>
                <a:latin typeface="Gudea"/>
                <a:ea typeface="Gudea"/>
                <a:cs typeface="Gudea"/>
              </a:rPr>
              <a:t>the field of pharmacy</a:t>
            </a:r>
            <a:endParaRPr lang="en-US" sz="1400" b="0" i="0" u="none" strike="noStrike" cap="none" spc="0">
              <a:solidFill>
                <a:schemeClr val="dk1"/>
              </a:solidFill>
              <a:latin typeface="Gudea"/>
              <a:ea typeface="Gudea"/>
              <a:cs typeface="Gudea"/>
            </a:endParaRPr>
          </a:p>
          <a:p>
            <a:pPr marL="152398" indent="0">
              <a:buClr>
                <a:srgbClr val="434343"/>
              </a:buClr>
              <a:buSzPts val="1200"/>
              <a:buFont typeface="Gudea"/>
              <a:buNone/>
              <a:defRPr/>
            </a:pPr>
            <a:endParaRPr lang="en-US" sz="1400" b="0" i="0" u="none" strike="noStrike" cap="none" spc="0">
              <a:solidFill>
                <a:schemeClr val="dk1"/>
              </a:solidFill>
              <a:latin typeface="Gudea"/>
              <a:ea typeface="Gudea"/>
              <a:cs typeface="Gudea"/>
            </a:endParaRPr>
          </a:p>
          <a:p>
            <a:pPr>
              <a:defRPr/>
            </a:pPr>
            <a:r>
              <a:rPr lang="en-US" sz="1600" b="0" i="0" u="none" strike="noStrike" cap="none" spc="0">
                <a:solidFill>
                  <a:schemeClr val="dk1"/>
                </a:solidFill>
                <a:latin typeface="Gudea"/>
                <a:ea typeface="Gudea"/>
                <a:cs typeface="Gudea"/>
              </a:rPr>
              <a:t>1.Selling products to new markets that are not interested:(Drugs are not products; they are treatment. Focus on the solution, not the sale).</a:t>
            </a:r>
            <a:endParaRPr lang="en-US" sz="1600" b="0" i="0" u="none" strike="noStrike" cap="none" spc="0">
              <a:solidFill>
                <a:schemeClr val="dk1"/>
              </a:solidFill>
              <a:latin typeface="Gudea"/>
              <a:cs typeface="Gudea"/>
            </a:endParaRPr>
          </a:p>
          <a:p>
            <a:pPr>
              <a:defRPr/>
            </a:pPr>
            <a:endParaRPr lang="en-US" sz="1600" b="0" i="0" u="none" strike="noStrike" cap="none" spc="0">
              <a:solidFill>
                <a:schemeClr val="dk1"/>
              </a:solidFill>
              <a:latin typeface="Gudea"/>
              <a:cs typeface="Gudea"/>
            </a:endParaRPr>
          </a:p>
          <a:p>
            <a:pPr>
              <a:defRPr/>
            </a:pPr>
            <a:r>
              <a:rPr lang="en-US" sz="1600" b="0" i="0" u="none" strike="noStrike" cap="none" spc="0">
                <a:solidFill>
                  <a:schemeClr val="dk1"/>
                </a:solidFill>
                <a:latin typeface="Gudea"/>
                <a:ea typeface="Gudea"/>
                <a:cs typeface="Gudea"/>
              </a:rPr>
              <a:t>2. Relying on Assumptions and Guesswork:(if you're relying on data from your own hunches and assumptions about the treatment , you still risk damaging your reputation and wasting marketing spend.)</a:t>
            </a:r>
            <a:endParaRPr lang="en-US" sz="1600" b="0" i="0" u="none" strike="noStrike" cap="none" spc="0">
              <a:solidFill>
                <a:schemeClr val="dk1"/>
              </a:solidFill>
              <a:latin typeface="Gudea"/>
              <a:cs typeface="Gudea"/>
            </a:endParaRPr>
          </a:p>
          <a:p>
            <a:pPr>
              <a:defRPr/>
            </a:pPr>
            <a:endParaRPr lang="en-US" sz="1600" b="0" i="0" u="none" strike="noStrike" cap="none" spc="0">
              <a:solidFill>
                <a:schemeClr val="dk1"/>
              </a:solidFill>
              <a:latin typeface="Gudea"/>
              <a:cs typeface="Gudea"/>
            </a:endParaRPr>
          </a:p>
          <a:p>
            <a:pPr>
              <a:defRPr/>
            </a:pPr>
            <a:r>
              <a:rPr lang="en-US" sz="1600" b="0" i="0" u="none" strike="noStrike" cap="none" spc="0">
                <a:solidFill>
                  <a:schemeClr val="dk1"/>
                </a:solidFill>
                <a:latin typeface="Gudea"/>
                <a:ea typeface="Gudea"/>
                <a:cs typeface="Gudea"/>
              </a:rPr>
              <a:t>3. Perpetuating Stereotypes (Without Even Realizing It).</a:t>
            </a:r>
            <a:endParaRPr lang="en-US" sz="1600" b="0" i="0" u="none" strike="noStrike" cap="none" spc="0">
              <a:solidFill>
                <a:schemeClr val="dk1"/>
              </a:solidFill>
              <a:latin typeface="Gudea"/>
              <a:cs typeface="Gudea"/>
            </a:endParaRPr>
          </a:p>
          <a:p>
            <a:pPr>
              <a:defRPr/>
            </a:pPr>
            <a:endParaRPr lang="en-US" sz="1600" b="0" i="0" u="none" strike="noStrike" cap="none" spc="0">
              <a:solidFill>
                <a:schemeClr val="dk1"/>
              </a:solidFill>
              <a:latin typeface="Gudea"/>
              <a:cs typeface="Gudea"/>
            </a:endParaRPr>
          </a:p>
          <a:p>
            <a:pPr>
              <a:defRPr/>
            </a:pPr>
            <a:r>
              <a:rPr lang="en-US" sz="1600" b="0" i="0" u="none" strike="noStrike" cap="none" spc="0">
                <a:solidFill>
                  <a:schemeClr val="dk1"/>
                </a:solidFill>
                <a:latin typeface="Gudea"/>
                <a:ea typeface="Gudea"/>
                <a:cs typeface="Gudea"/>
              </a:rPr>
              <a:t>4. Lack of Transparency:(The privacy line is an easy one to cross, which is why transparency in marketing is critical for pharmaceutical field).</a:t>
            </a:r>
            <a:endParaRPr lang="en-US" sz="1400" b="0" i="0" u="none" strike="noStrike" cap="none" spc="0">
              <a:solidFill>
                <a:schemeClr val="dk1"/>
              </a:solidFill>
              <a:latin typeface="Gudea"/>
              <a:cs typeface="Gudea"/>
            </a:endParaRPr>
          </a:p>
          <a:p>
            <a:pPr marL="0" lvl="0" indent="0" algn="l" rtl="0">
              <a:spcBef>
                <a:spcPts val="0"/>
              </a:spcBef>
              <a:spcAft>
                <a:spcPts val="0"/>
              </a:spcAft>
              <a:buNone/>
              <a:defRPr/>
            </a:pPr>
            <a:r>
              <a:rPr lang="en-US" sz="1400" b="0" i="0" u="none" strike="noStrike" cap="none" spc="0">
                <a:solidFill>
                  <a:schemeClr val="dk1"/>
                </a:solidFill>
                <a:latin typeface="Gudea"/>
                <a:ea typeface="Gudea"/>
                <a:cs typeface="Gudea"/>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5246991" name="Google Shape;1483;p56"/>
          <p:cNvSpPr txBox="1"/>
          <p:nvPr>
            <p:ph type="title"/>
          </p:nvPr>
        </p:nvSpPr>
        <p:spPr bwMode="auto">
          <a:xfrm>
            <a:off x="713224" y="301374"/>
            <a:ext cx="7717500" cy="572699"/>
          </a:xfrm>
          <a:prstGeom prst="rect">
            <a:avLst/>
          </a:prstGeom>
        </p:spPr>
        <p:txBody>
          <a:bodyPr spcFirstLastPara="1" wrap="square" lIns="91424" tIns="91424" rIns="91424" bIns="91424" anchor="t" anchorCtr="0">
            <a:noAutofit/>
          </a:bodyPr>
          <a:lstStyle/>
          <a:p>
            <a:pPr>
              <a:defRPr/>
            </a:pPr>
            <a:r>
              <a:rPr lang="en-US" sz="2800" b="1" i="0" u="none" strike="noStrike" cap="none" spc="0">
                <a:solidFill>
                  <a:srgbClr val="023047"/>
                </a:solidFill>
                <a:latin typeface="Josefin Sans"/>
                <a:ea typeface="Josefin Sans"/>
                <a:cs typeface="Josefin Sans"/>
              </a:rPr>
              <a:t>Some ethical problems in market research are the invasion of privacy </a:t>
            </a:r>
            <a:r>
              <a:rPr lang="en-US" sz="2800" b="1" i="0" u="none" strike="noStrike" cap="none" spc="0">
                <a:solidFill>
                  <a:srgbClr val="023047"/>
                </a:solidFill>
                <a:latin typeface="Josefin Sans"/>
                <a:ea typeface="Josefin Sans"/>
                <a:cs typeface="Josefin Sans"/>
              </a:rPr>
              <a:t>&amp; stereotyping. </a:t>
            </a:r>
            <a:endParaRPr lang="en-US" sz="2800" b="1" i="0" u="none" strike="noStrike" cap="none" spc="0">
              <a:solidFill>
                <a:srgbClr val="023047"/>
              </a:solidFill>
              <a:latin typeface="Josefin Sans"/>
              <a:cs typeface="Josefin Sans"/>
            </a:endParaRPr>
          </a:p>
        </p:txBody>
      </p:sp>
      <p:sp>
        <p:nvSpPr>
          <p:cNvPr id="850226194" name="Google Shape;1484;p56"/>
          <p:cNvSpPr txBox="1"/>
          <p:nvPr>
            <p:ph type="body" idx="1"/>
          </p:nvPr>
        </p:nvSpPr>
        <p:spPr bwMode="auto">
          <a:xfrm>
            <a:off x="594162" y="1452378"/>
            <a:ext cx="7717500" cy="3521999"/>
          </a:xfrm>
          <a:prstGeom prst="rect">
            <a:avLst/>
          </a:prstGeom>
        </p:spPr>
        <p:txBody>
          <a:bodyPr spcFirstLastPara="1" wrap="square" lIns="91424" tIns="91424" rIns="91424" bIns="91424" anchor="t" anchorCtr="0">
            <a:noAutofit/>
          </a:bodyPr>
          <a:lstStyle/>
          <a:p>
            <a:pPr>
              <a:defRPr/>
            </a:pPr>
            <a:r>
              <a:rPr lang="en-US" sz="1600" b="0" i="0" u="none" strike="noStrike" cap="none" spc="0">
                <a:solidFill>
                  <a:schemeClr val="dk1"/>
                </a:solidFill>
                <a:latin typeface="Gudea"/>
                <a:ea typeface="Gudea"/>
                <a:cs typeface="Gudea"/>
              </a:rPr>
              <a:t>5. Misusing Medicine Data:( Whether you're unknowingly misusing consumer data or manipulating it for your own gain, both are unethical practices in marketing in pharmaceutical field. Ensure your website and the data you collect are safe and kept private from third parties. Consult with an expert if necessary to ensure your patient data is safe from being manipulated and sold to other parties.</a:t>
            </a:r>
            <a:endParaRPr lang="en-US" sz="1600" b="0" i="0" u="none" strike="noStrike" cap="none" spc="0">
              <a:solidFill>
                <a:schemeClr val="dk1"/>
              </a:solidFill>
              <a:latin typeface="Gudea"/>
              <a:ea typeface="Gudea"/>
              <a:cs typeface="Gudea"/>
            </a:endParaRPr>
          </a:p>
          <a:p>
            <a:pPr>
              <a:defRPr/>
            </a:pPr>
            <a:endParaRPr lang="en-US" sz="1600" b="0" i="0" u="none" strike="noStrike" cap="none" spc="0">
              <a:solidFill>
                <a:schemeClr val="dk1"/>
              </a:solidFill>
              <a:latin typeface="Gudea"/>
              <a:ea typeface="Gudea"/>
              <a:cs typeface="Gudea"/>
            </a:endParaRPr>
          </a:p>
          <a:p>
            <a:pPr>
              <a:defRPr/>
            </a:pPr>
            <a:r>
              <a:rPr lang="en-US" sz="1600" b="0" i="0" u="none" strike="noStrike" cap="none" spc="0">
                <a:solidFill>
                  <a:schemeClr val="dk1"/>
                </a:solidFill>
                <a:latin typeface="Gudea"/>
                <a:ea typeface="Gudea"/>
                <a:cs typeface="Gudea"/>
              </a:rPr>
              <a:t>6. Making misleading claims and messaging: For example, it's misleading to launch a 50%-off holiday sale but increase your pricing by 50% to offset the discount. It's also misleading to promote a sale first to your loyal customers that only lasts for three days. But then, because the sale performed so well, to offer the same deal the following weekend to customers who aren't part of your loyalty program.</a:t>
            </a:r>
            <a:endParaRPr lang="en-US" sz="1600" b="0" i="0" u="none" strike="noStrike" cap="none" spc="0">
              <a:solidFill>
                <a:schemeClr val="dk1"/>
              </a:solidFill>
              <a:latin typeface="Gudea"/>
              <a:ea typeface="Gudea"/>
              <a:cs typeface="Gudea"/>
            </a:endParaRPr>
          </a:p>
          <a:p>
            <a:pPr>
              <a:defRPr/>
            </a:pPr>
            <a:endParaRPr lang="en-US" sz="1600" b="0" i="0" u="none" strike="noStrike" cap="none" spc="0">
              <a:solidFill>
                <a:schemeClr val="dk1"/>
              </a:solidFill>
              <a:latin typeface="Gudea"/>
              <a:cs typeface="Gudea"/>
            </a:endParaRPr>
          </a:p>
          <a:p>
            <a:pPr>
              <a:defRPr/>
            </a:pPr>
            <a:endParaRPr lang="en-US" sz="1600" b="0" i="0" u="none" strike="noStrike" cap="none" spc="0">
              <a:solidFill>
                <a:schemeClr val="dk1"/>
              </a:solidFill>
              <a:latin typeface="Gudea"/>
              <a:cs typeface="Gudea"/>
            </a:endParaRPr>
          </a:p>
          <a:p>
            <a:pPr>
              <a:defRPr/>
            </a:pPr>
            <a:endParaRPr lang="en-US" sz="1600" b="0" i="0" u="none" strike="noStrike" cap="none" spc="0">
              <a:solidFill>
                <a:schemeClr val="dk1"/>
              </a:solidFill>
              <a:latin typeface="Gudea"/>
              <a:cs typeface="Gudea"/>
            </a:endParaRPr>
          </a:p>
          <a:p>
            <a:pPr marL="0" lvl="0" indent="0" algn="l" rtl="0">
              <a:spcBef>
                <a:spcPts val="0"/>
              </a:spcBef>
              <a:spcAft>
                <a:spcPts val="0"/>
              </a:spcAft>
              <a:buNone/>
              <a:defRPr/>
            </a:pP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alphaModFix/>
          </a:blip>
          <a:stretch/>
        </a:blipFill>
      </p:bgPr>
    </p:bg>
    <p:spTree>
      <p:nvGrpSpPr>
        <p:cNvPr id="1" name=""/>
        <p:cNvGrpSpPr/>
        <p:nvPr/>
      </p:nvGrpSpPr>
      <p:grpSpPr bwMode="auto">
        <a:xfrm>
          <a:off x="0" y="0"/>
          <a:ext cx="0" cy="0"/>
          <a:chOff x="0" y="0"/>
          <a:chExt cx="0" cy="0"/>
        </a:xfrm>
      </p:grpSpPr>
      <p:sp>
        <p:nvSpPr>
          <p:cNvPr id="1541749444" name="Google Shape;2162;p81"/>
          <p:cNvSpPr/>
          <p:nvPr/>
        </p:nvSpPr>
        <p:spPr bwMode="auto">
          <a:xfrm rot="6745890">
            <a:off x="6965478" y="380086"/>
            <a:ext cx="4242299" cy="4242299"/>
          </a:xfrm>
          <a:prstGeom prst="chord">
            <a:avLst>
              <a:gd name="adj1" fmla="val 20171861"/>
              <a:gd name="adj2" fmla="val 9551422"/>
            </a:avLst>
          </a:prstGeom>
          <a:solidFill>
            <a:schemeClr val="accent2"/>
          </a:solidFill>
          <a:ln>
            <a:noFill/>
          </a:ln>
        </p:spPr>
        <p:txBody>
          <a:bodyPr spcFirstLastPara="1" wrap="square" lIns="91424" tIns="91424" rIns="91424" bIns="91424" anchor="ctr" anchorCtr="0">
            <a:noAutofit/>
          </a:bodyPr>
          <a:lstStyle/>
          <a:p>
            <a:pPr marL="0" lvl="0" indent="0" algn="l" rtl="0">
              <a:spcBef>
                <a:spcPts val="0"/>
              </a:spcBef>
              <a:spcAft>
                <a:spcPts val="0"/>
              </a:spcAft>
              <a:buNone/>
              <a:defRPr/>
            </a:pPr>
            <a:endParaRPr/>
          </a:p>
        </p:txBody>
      </p:sp>
      <p:sp>
        <p:nvSpPr>
          <p:cNvPr id="853793870" name="Google Shape;2163;p81"/>
          <p:cNvSpPr txBox="1"/>
          <p:nvPr>
            <p:ph type="title"/>
          </p:nvPr>
        </p:nvSpPr>
        <p:spPr bwMode="auto">
          <a:xfrm>
            <a:off x="4892468" y="1466199"/>
            <a:ext cx="3527698" cy="572699"/>
          </a:xfrm>
          <a:prstGeom prst="rect">
            <a:avLst/>
          </a:prstGeom>
        </p:spPr>
        <p:txBody>
          <a:bodyPr spcFirstLastPara="1" wrap="square" lIns="91424" tIns="91424" rIns="91424" bIns="91424" anchor="t" anchorCtr="0">
            <a:noAutofit/>
          </a:bodyPr>
          <a:lstStyle/>
          <a:p>
            <a:pPr algn="ctr">
              <a:defRPr/>
            </a:pPr>
            <a:r>
              <a:rPr lang="en-US" sz="2800" b="1" i="0" u="none" strike="noStrike" cap="none" spc="0">
                <a:solidFill>
                  <a:srgbClr val="002A42"/>
                </a:solidFill>
                <a:latin typeface="Bell MT"/>
                <a:ea typeface="Bell MT"/>
                <a:cs typeface="Bell MT"/>
              </a:rPr>
              <a:t>Pharmaceutical marketing ethics &amp;</a:t>
            </a:r>
            <a:endParaRPr sz="2800"/>
          </a:p>
          <a:p>
            <a:pPr algn="ctr">
              <a:defRPr/>
            </a:pPr>
            <a:r>
              <a:rPr lang="en-US" sz="2800" b="1" i="0" u="none" strike="noStrike" cap="none" spc="0">
                <a:solidFill>
                  <a:srgbClr val="002A42"/>
                </a:solidFill>
                <a:latin typeface="Bell MT"/>
                <a:ea typeface="Bell MT"/>
                <a:cs typeface="Bell MT"/>
              </a:rPr>
              <a:t> considerations</a:t>
            </a:r>
            <a:endParaRPr sz="2800"/>
          </a:p>
          <a:p>
            <a:pPr>
              <a:defRPr/>
            </a:pPr>
            <a:endParaRPr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dur="indefinite" restart="never" nodeType="tmRoot">
          <p:childTnLst>
            <p:seq concurrent="1" nextAc="seek">
              <p:cTn id="2" dur="indefinite" nodeType="mainSeq">
                <p:childTnLst>
                  <p:par>
                    <p:cTn fill="hold">
                      <p:stCondLst>
                        <p:cond delay="indefinite"/>
                        <p:cond evt="onBegin" delay="0">
                          <p:tn val="2"/>
                        </p:cond>
                      </p:stCondLst>
                      <p:childTnLst>
                        <p:par>
                          <p:cTn fill="hold">
                            <p:stCondLst>
                              <p:cond delay="0"/>
                            </p:stCondLst>
                            <p:childTnLst>
                              <p:par>
                                <p:cTn presetID="2" presetClass="entr" presetSubtype="2" fill="hold" nodeType="afterEffect">
                                  <p:stCondLst>
                                    <p:cond delay="0"/>
                                  </p:stCondLst>
                                  <p:childTnLst>
                                    <p:set>
                                      <p:cBhvr>
                                        <p:cTn dur="1" fill="hold">
                                          <p:stCondLst>
                                            <p:cond delay="0"/>
                                          </p:stCondLst>
                                        </p:cTn>
                                        <p:tgtEl>
                                          <p:spTgt spid="1541749444"/>
                                        </p:tgtEl>
                                        <p:attrNameLst>
                                          <p:attrName>style.visibility</p:attrName>
                                        </p:attrNameLst>
                                      </p:cBhvr>
                                      <p:to>
                                        <p:strVal val="visible"/>
                                      </p:to>
                                    </p:set>
                                    <p:anim calcmode="lin" valueType="num">
                                      <p:cBhvr additive="base">
                                        <p:cTn dur="1000"/>
                                        <p:tgtEl>
                                          <p:spTgt spid="1541749444"/>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2392078" name="Google Shape;1489;p57"/>
          <p:cNvSpPr/>
          <p:nvPr/>
        </p:nvSpPr>
        <p:spPr bwMode="auto">
          <a:xfrm>
            <a:off x="668972" y="3671217"/>
            <a:ext cx="612599" cy="612599"/>
          </a:xfrm>
          <a:prstGeom prst="ellipse">
            <a:avLst/>
          </a:prstGeom>
          <a:noFill/>
          <a:ln w="19050" cap="flat" cmpd="sng">
            <a:solidFill>
              <a:schemeClr val="accent2"/>
            </a:solidFill>
            <a:prstDash val="solid"/>
            <a:round/>
            <a:headEnd type="none" w="sm" len="sm"/>
            <a:tailEnd type="none" w="sm" len="sm"/>
          </a:ln>
        </p:spPr>
        <p:txBody>
          <a:bodyPr spcFirstLastPara="1" wrap="square" lIns="91424" tIns="91424" rIns="91424" bIns="91424" anchor="ctr" anchorCtr="0">
            <a:noAutofit/>
          </a:bodyPr>
          <a:lstStyle/>
          <a:p>
            <a:pPr marL="0" lvl="0" indent="0" algn="l" rtl="0">
              <a:spcBef>
                <a:spcPts val="0"/>
              </a:spcBef>
              <a:spcAft>
                <a:spcPts val="0"/>
              </a:spcAft>
              <a:buNone/>
              <a:defRPr/>
            </a:pPr>
            <a:endParaRPr/>
          </a:p>
        </p:txBody>
      </p:sp>
      <p:sp>
        <p:nvSpPr>
          <p:cNvPr id="718780432" name="Google Shape;1492;p57"/>
          <p:cNvSpPr/>
          <p:nvPr/>
        </p:nvSpPr>
        <p:spPr bwMode="auto">
          <a:xfrm>
            <a:off x="668972" y="2085557"/>
            <a:ext cx="612599" cy="612599"/>
          </a:xfrm>
          <a:prstGeom prst="ellipse">
            <a:avLst/>
          </a:prstGeom>
          <a:solidFill>
            <a:schemeClr val="accent2"/>
          </a:solidFill>
          <a:ln>
            <a:noFill/>
          </a:ln>
        </p:spPr>
        <p:txBody>
          <a:bodyPr spcFirstLastPara="1" wrap="square" lIns="91424" tIns="91424" rIns="91424" bIns="91424" anchor="ctr" anchorCtr="0">
            <a:noAutofit/>
          </a:bodyPr>
          <a:lstStyle/>
          <a:p>
            <a:pPr marL="0" lvl="0" indent="0" algn="l" rtl="0">
              <a:spcBef>
                <a:spcPts val="0"/>
              </a:spcBef>
              <a:spcAft>
                <a:spcPts val="0"/>
              </a:spcAft>
              <a:buNone/>
              <a:defRPr/>
            </a:pPr>
            <a:endParaRPr/>
          </a:p>
        </p:txBody>
      </p:sp>
      <p:sp>
        <p:nvSpPr>
          <p:cNvPr id="1450187021" name="Google Shape;1493;p57"/>
          <p:cNvSpPr txBox="1"/>
          <p:nvPr>
            <p:ph type="title"/>
          </p:nvPr>
        </p:nvSpPr>
        <p:spPr bwMode="auto">
          <a:xfrm flipH="0" flipV="0">
            <a:off x="458091" y="417634"/>
            <a:ext cx="8320257" cy="572699"/>
          </a:xfrm>
          <a:prstGeom prst="rect">
            <a:avLst/>
          </a:prstGeom>
        </p:spPr>
        <p:txBody>
          <a:bodyPr spcFirstLastPara="1" wrap="square" lIns="91424" tIns="91424" rIns="91424" bIns="91424" anchor="t" anchorCtr="0">
            <a:noAutofit/>
          </a:bodyPr>
          <a:lstStyle/>
          <a:p>
            <a:pPr algn="ctr">
              <a:defRPr/>
            </a:pPr>
            <a:r>
              <a:rPr lang="en-US" sz="2800" b="1" i="0" u="none" strike="noStrike" cap="none" spc="0">
                <a:solidFill>
                  <a:srgbClr val="002A42"/>
                </a:solidFill>
                <a:latin typeface="Bell MT"/>
                <a:ea typeface="Bell MT"/>
                <a:cs typeface="Bell MT"/>
              </a:rPr>
              <a:t>Pharmaceutical marketing ethics &amp;</a:t>
            </a:r>
            <a:endParaRPr sz="2800"/>
          </a:p>
          <a:p>
            <a:pPr algn="ctr">
              <a:defRPr/>
            </a:pPr>
            <a:r>
              <a:rPr lang="en-US" sz="2800" b="1" i="0" u="none" strike="noStrike" cap="none" spc="0">
                <a:solidFill>
                  <a:srgbClr val="002A42"/>
                </a:solidFill>
                <a:latin typeface="Bell MT"/>
                <a:ea typeface="Bell MT"/>
                <a:cs typeface="Bell MT"/>
              </a:rPr>
              <a:t> considerations</a:t>
            </a:r>
            <a:br>
              <a:rPr lang="en-US" sz="2800" b="1" i="0" u="none" strike="noStrike" cap="none" spc="0">
                <a:solidFill>
                  <a:schemeClr val="dk1"/>
                </a:solidFill>
                <a:latin typeface="Josefin Sans"/>
                <a:ea typeface="Josefin Sans"/>
                <a:cs typeface="Josefin Sans"/>
              </a:rPr>
            </a:br>
            <a:endParaRPr sz="2800"/>
          </a:p>
          <a:p>
            <a:pPr>
              <a:defRPr/>
            </a:pPr>
            <a:endParaRPr sz="2800"/>
          </a:p>
          <a:p>
            <a:pPr>
              <a:defRPr/>
            </a:pPr>
            <a:endParaRPr/>
          </a:p>
        </p:txBody>
      </p:sp>
      <p:sp>
        <p:nvSpPr>
          <p:cNvPr id="317310852" name="Google Shape;1494;p57"/>
          <p:cNvSpPr txBox="1"/>
          <p:nvPr>
            <p:ph type="title" idx="2"/>
          </p:nvPr>
        </p:nvSpPr>
        <p:spPr bwMode="auto">
          <a:xfrm flipH="1">
            <a:off x="668972" y="2221957"/>
            <a:ext cx="612599" cy="380099"/>
          </a:xfrm>
          <a:prstGeom prst="rect">
            <a:avLst/>
          </a:prstGeom>
        </p:spPr>
        <p:txBody>
          <a:bodyPr spcFirstLastPara="1" wrap="square" lIns="91424" tIns="91424" rIns="91424" bIns="91424" anchor="ctr" anchorCtr="0">
            <a:noAutofit/>
          </a:bodyPr>
          <a:lstStyle/>
          <a:p>
            <a:pPr marL="0" lvl="0" indent="0" algn="ctr" rtl="0">
              <a:spcBef>
                <a:spcPts val="0"/>
              </a:spcBef>
              <a:spcAft>
                <a:spcPts val="0"/>
              </a:spcAft>
              <a:buNone/>
              <a:defRPr/>
            </a:pPr>
            <a:r>
              <a:rPr lang="en"/>
              <a:t>01</a:t>
            </a:r>
            <a:endParaRPr/>
          </a:p>
        </p:txBody>
      </p:sp>
      <p:sp>
        <p:nvSpPr>
          <p:cNvPr id="1938015602" name="Google Shape;1495;p57"/>
          <p:cNvSpPr txBox="1"/>
          <p:nvPr>
            <p:ph type="title" idx="4"/>
          </p:nvPr>
        </p:nvSpPr>
        <p:spPr bwMode="auto">
          <a:xfrm>
            <a:off x="668972" y="3787467"/>
            <a:ext cx="612599" cy="380099"/>
          </a:xfrm>
          <a:prstGeom prst="rect">
            <a:avLst/>
          </a:prstGeom>
        </p:spPr>
        <p:txBody>
          <a:bodyPr spcFirstLastPara="1" wrap="square" lIns="91424" tIns="91424" rIns="91424" bIns="91424" anchor="ctr" anchorCtr="0">
            <a:noAutofit/>
          </a:bodyPr>
          <a:lstStyle/>
          <a:p>
            <a:pPr marL="0" lvl="0" indent="0" algn="ctr" rtl="0">
              <a:spcBef>
                <a:spcPts val="0"/>
              </a:spcBef>
              <a:spcAft>
                <a:spcPts val="0"/>
              </a:spcAft>
              <a:buNone/>
              <a:defRPr/>
            </a:pPr>
            <a:r>
              <a:rPr lang="en"/>
              <a:t>02</a:t>
            </a:r>
            <a:endParaRPr/>
          </a:p>
        </p:txBody>
      </p:sp>
      <p:sp>
        <p:nvSpPr>
          <p:cNvPr id="211336938" name="Google Shape;1498;p57"/>
          <p:cNvSpPr txBox="1"/>
          <p:nvPr>
            <p:ph type="title" idx="3"/>
          </p:nvPr>
        </p:nvSpPr>
        <p:spPr bwMode="auto">
          <a:xfrm flipH="0" flipV="0">
            <a:off x="1396473" y="1682115"/>
            <a:ext cx="5319599" cy="380099"/>
          </a:xfrm>
          <a:prstGeom prst="rect">
            <a:avLst/>
          </a:prstGeom>
        </p:spPr>
        <p:txBody>
          <a:bodyPr spcFirstLastPara="1" wrap="square" lIns="91424" tIns="91424" rIns="91424" bIns="91424" anchor="ctr" anchorCtr="0">
            <a:noAutofit/>
          </a:bodyPr>
          <a:lstStyle/>
          <a:p>
            <a:pPr marL="0" lvl="0" indent="0" algn="l" rtl="0">
              <a:spcBef>
                <a:spcPts val="0"/>
              </a:spcBef>
              <a:spcAft>
                <a:spcPts val="0"/>
              </a:spcAft>
              <a:buNone/>
              <a:defRPr/>
            </a:pPr>
            <a:r>
              <a:rPr lang="en" sz="2800" b="1" i="0" u="none" strike="noStrike" cap="none" spc="0">
                <a:solidFill>
                  <a:schemeClr val="dk1"/>
                </a:solidFill>
                <a:latin typeface="Josefin Sans"/>
                <a:ea typeface="Josefin Sans"/>
                <a:cs typeface="Josefin Sans"/>
              </a:rPr>
              <a:t> Keep your data up to date </a:t>
            </a:r>
            <a:endParaRPr/>
          </a:p>
        </p:txBody>
      </p:sp>
      <p:sp>
        <p:nvSpPr>
          <p:cNvPr id="463329647" name="Google Shape;1499;p57"/>
          <p:cNvSpPr txBox="1"/>
          <p:nvPr>
            <p:ph type="subTitle" idx="1"/>
          </p:nvPr>
        </p:nvSpPr>
        <p:spPr bwMode="auto">
          <a:xfrm flipH="0" flipV="0">
            <a:off x="1481972" y="2085557"/>
            <a:ext cx="7466463" cy="3800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en" sz="1600" b="0" i="0" u="none" strike="noStrike" cap="none" spc="0">
                <a:solidFill>
                  <a:schemeClr val="dk1"/>
                </a:solidFill>
                <a:latin typeface="Gudea"/>
                <a:ea typeface="Gudea"/>
                <a:cs typeface="Gudea"/>
              </a:rPr>
              <a:t>Large pharmaceutical organizations have large marketing and sales databases, these databases need to update, bad data will produce bad marketing results, the lifeblood of all marketing and ethical activities is kept up to date.</a:t>
            </a:r>
            <a:r>
              <a:rPr lang="en" sz="1600" b="0" i="0" u="none" strike="noStrike" cap="none" spc="0">
                <a:solidFill>
                  <a:schemeClr val="dk1"/>
                </a:solidFill>
                <a:latin typeface="Gudea"/>
                <a:ea typeface="Gudea"/>
                <a:cs typeface="Gudea"/>
              </a:rPr>
              <a:t>.</a:t>
            </a:r>
            <a:endParaRPr/>
          </a:p>
        </p:txBody>
      </p:sp>
      <p:sp>
        <p:nvSpPr>
          <p:cNvPr id="466567901" name="Google Shape;1504;p57"/>
          <p:cNvSpPr txBox="1"/>
          <p:nvPr>
            <p:ph type="title" idx="5"/>
          </p:nvPr>
        </p:nvSpPr>
        <p:spPr bwMode="auto">
          <a:xfrm>
            <a:off x="1481972" y="3187009"/>
            <a:ext cx="5234099" cy="380099"/>
          </a:xfrm>
          <a:prstGeom prst="rect">
            <a:avLst/>
          </a:prstGeom>
        </p:spPr>
        <p:txBody>
          <a:bodyPr spcFirstLastPara="1" wrap="square" lIns="91424" tIns="91424" rIns="91424" bIns="91424" anchor="ctr" anchorCtr="0">
            <a:noAutofit/>
          </a:bodyPr>
          <a:lstStyle/>
          <a:p>
            <a:pPr marL="0" lvl="0" indent="0" algn="l" rtl="0">
              <a:spcBef>
                <a:spcPts val="0"/>
              </a:spcBef>
              <a:spcAft>
                <a:spcPts val="0"/>
              </a:spcAft>
              <a:buNone/>
              <a:defRPr/>
            </a:pPr>
            <a:r>
              <a:rPr lang="en" sz="2800" b="1" i="0" u="none" strike="noStrike" cap="none" spc="0">
                <a:solidFill>
                  <a:schemeClr val="dk1"/>
                </a:solidFill>
                <a:latin typeface="Josefin Sans"/>
                <a:ea typeface="Josefin Sans"/>
                <a:cs typeface="Josefin Sans"/>
              </a:rPr>
              <a:t>Disclose everything</a:t>
            </a:r>
            <a:endParaRPr/>
          </a:p>
        </p:txBody>
      </p:sp>
      <p:sp>
        <p:nvSpPr>
          <p:cNvPr id="2145762065" name="Google Shape;1505;p57"/>
          <p:cNvSpPr txBox="1"/>
          <p:nvPr>
            <p:ph type="subTitle" idx="6"/>
          </p:nvPr>
        </p:nvSpPr>
        <p:spPr bwMode="auto">
          <a:xfrm flipH="0" flipV="0">
            <a:off x="1481972" y="3567109"/>
            <a:ext cx="7466463" cy="3800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en" sz="1600" b="0" i="0" u="none" strike="noStrike" cap="none" spc="0">
                <a:solidFill>
                  <a:schemeClr val="dk1"/>
                </a:solidFill>
                <a:latin typeface="Gudea"/>
                <a:ea typeface="Gudea"/>
                <a:cs typeface="Gudea"/>
              </a:rPr>
              <a:t> </a:t>
            </a:r>
            <a:r>
              <a:rPr lang="en" sz="1600" b="0" i="0" u="none" strike="noStrike" cap="none" spc="0">
                <a:solidFill>
                  <a:schemeClr val="dk1"/>
                </a:solidFill>
                <a:latin typeface="Gudea"/>
                <a:ea typeface="Gudea"/>
                <a:cs typeface="Gudea"/>
              </a:rPr>
              <a:t>Organizations need to ensure full transparency with their products and services. For example : disclosing the full range of potential side effects and the results of the clinical trials. Organizations must make it clear via its website and other documentation.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1674360" name="Google Shape;1489;p57"/>
          <p:cNvSpPr/>
          <p:nvPr/>
        </p:nvSpPr>
        <p:spPr bwMode="auto">
          <a:xfrm>
            <a:off x="668517" y="3830959"/>
            <a:ext cx="612599" cy="612599"/>
          </a:xfrm>
          <a:prstGeom prst="ellipse">
            <a:avLst/>
          </a:prstGeom>
          <a:noFill/>
          <a:ln w="19050" cap="flat" cmpd="sng">
            <a:solidFill>
              <a:schemeClr val="accent2"/>
            </a:solidFill>
            <a:prstDash val="solid"/>
            <a:round/>
            <a:headEnd type="none" w="sm" len="sm"/>
            <a:tailEnd type="none" w="sm" len="sm"/>
          </a:ln>
        </p:spPr>
        <p:txBody>
          <a:bodyPr spcFirstLastPara="1" wrap="square" lIns="91424" tIns="91424" rIns="91424" bIns="91424" anchor="ctr" anchorCtr="0">
            <a:noAutofit/>
          </a:bodyPr>
          <a:lstStyle/>
          <a:p>
            <a:pPr marL="0" lvl="0" indent="0" algn="l" rtl="0">
              <a:spcBef>
                <a:spcPts val="0"/>
              </a:spcBef>
              <a:spcAft>
                <a:spcPts val="0"/>
              </a:spcAft>
              <a:buNone/>
              <a:defRPr/>
            </a:pPr>
            <a:endParaRPr/>
          </a:p>
        </p:txBody>
      </p:sp>
      <p:sp>
        <p:nvSpPr>
          <p:cNvPr id="1739387028" name="Google Shape;1492;p57"/>
          <p:cNvSpPr/>
          <p:nvPr/>
        </p:nvSpPr>
        <p:spPr bwMode="auto">
          <a:xfrm>
            <a:off x="668972" y="2085556"/>
            <a:ext cx="612599" cy="612599"/>
          </a:xfrm>
          <a:prstGeom prst="ellipse">
            <a:avLst/>
          </a:prstGeom>
          <a:solidFill>
            <a:schemeClr val="accent2"/>
          </a:solidFill>
          <a:ln>
            <a:noFill/>
          </a:ln>
        </p:spPr>
        <p:txBody>
          <a:bodyPr spcFirstLastPara="1" wrap="square" lIns="91424" tIns="91424" rIns="91424" bIns="91424" anchor="ctr" anchorCtr="0">
            <a:noAutofit/>
          </a:bodyPr>
          <a:lstStyle/>
          <a:p>
            <a:pPr marL="0" lvl="0" indent="0" algn="l" rtl="0">
              <a:spcBef>
                <a:spcPts val="0"/>
              </a:spcBef>
              <a:spcAft>
                <a:spcPts val="0"/>
              </a:spcAft>
              <a:buNone/>
              <a:defRPr/>
            </a:pPr>
            <a:endParaRPr/>
          </a:p>
        </p:txBody>
      </p:sp>
      <p:sp>
        <p:nvSpPr>
          <p:cNvPr id="787125088" name="Google Shape;1493;p57"/>
          <p:cNvSpPr txBox="1"/>
          <p:nvPr>
            <p:ph type="title"/>
          </p:nvPr>
        </p:nvSpPr>
        <p:spPr bwMode="auto">
          <a:xfrm flipH="0" flipV="0">
            <a:off x="458091" y="417634"/>
            <a:ext cx="8320257" cy="572699"/>
          </a:xfrm>
          <a:prstGeom prst="rect">
            <a:avLst/>
          </a:prstGeom>
        </p:spPr>
        <p:txBody>
          <a:bodyPr spcFirstLastPara="1" wrap="square" lIns="91424" tIns="91424" rIns="91424" bIns="91424" anchor="t" anchorCtr="0">
            <a:noAutofit/>
          </a:bodyPr>
          <a:lstStyle/>
          <a:p>
            <a:pPr algn="ctr">
              <a:defRPr/>
            </a:pPr>
            <a:r>
              <a:rPr lang="en-US" sz="2800" b="1" i="0" u="none" strike="noStrike" cap="none" spc="0">
                <a:solidFill>
                  <a:srgbClr val="002A42"/>
                </a:solidFill>
                <a:latin typeface="Bell MT"/>
                <a:ea typeface="Bell MT"/>
                <a:cs typeface="Bell MT"/>
              </a:rPr>
              <a:t>Pharmaceutical marketing ethics &amp;</a:t>
            </a:r>
            <a:endParaRPr sz="2800"/>
          </a:p>
          <a:p>
            <a:pPr algn="ctr">
              <a:defRPr/>
            </a:pPr>
            <a:r>
              <a:rPr lang="en-US" sz="2800" b="1" i="0" u="none" strike="noStrike" cap="none" spc="0">
                <a:solidFill>
                  <a:srgbClr val="002A42"/>
                </a:solidFill>
                <a:latin typeface="Bell MT"/>
                <a:ea typeface="Bell MT"/>
                <a:cs typeface="Bell MT"/>
              </a:rPr>
              <a:t> considerations</a:t>
            </a:r>
            <a:br>
              <a:rPr lang="en-US" sz="2800" b="1" i="0" u="none" strike="noStrike" cap="none" spc="0">
                <a:solidFill>
                  <a:schemeClr val="dk1"/>
                </a:solidFill>
                <a:latin typeface="Josefin Sans"/>
                <a:ea typeface="Josefin Sans"/>
                <a:cs typeface="Josefin Sans"/>
              </a:rPr>
            </a:br>
            <a:endParaRPr sz="2800"/>
          </a:p>
          <a:p>
            <a:pPr>
              <a:defRPr/>
            </a:pPr>
            <a:endParaRPr sz="2800"/>
          </a:p>
          <a:p>
            <a:pPr>
              <a:defRPr/>
            </a:pPr>
            <a:endParaRPr/>
          </a:p>
        </p:txBody>
      </p:sp>
      <p:sp>
        <p:nvSpPr>
          <p:cNvPr id="1693466596" name="Google Shape;1494;p57"/>
          <p:cNvSpPr txBox="1"/>
          <p:nvPr>
            <p:ph type="title" idx="2"/>
          </p:nvPr>
        </p:nvSpPr>
        <p:spPr bwMode="auto">
          <a:xfrm flipH="1">
            <a:off x="668972" y="2221957"/>
            <a:ext cx="612599" cy="380099"/>
          </a:xfrm>
          <a:prstGeom prst="rect">
            <a:avLst/>
          </a:prstGeom>
        </p:spPr>
        <p:txBody>
          <a:bodyPr spcFirstLastPara="1" wrap="square" lIns="91424" tIns="91424" rIns="91424" bIns="91424" anchor="ctr" anchorCtr="0">
            <a:noAutofit/>
          </a:bodyPr>
          <a:lstStyle/>
          <a:p>
            <a:pPr marL="0" lvl="0" indent="0" algn="ctr" rtl="0">
              <a:spcBef>
                <a:spcPts val="0"/>
              </a:spcBef>
              <a:spcAft>
                <a:spcPts val="0"/>
              </a:spcAft>
              <a:buNone/>
              <a:defRPr/>
            </a:pPr>
            <a:r>
              <a:rPr lang="en"/>
              <a:t>0</a:t>
            </a:r>
            <a:r>
              <a:rPr lang="en-US"/>
              <a:t>3</a:t>
            </a:r>
            <a:endParaRPr/>
          </a:p>
        </p:txBody>
      </p:sp>
      <p:sp>
        <p:nvSpPr>
          <p:cNvPr id="1626367118" name="Google Shape;1495;p57"/>
          <p:cNvSpPr txBox="1"/>
          <p:nvPr>
            <p:ph type="title" idx="4"/>
          </p:nvPr>
        </p:nvSpPr>
        <p:spPr bwMode="auto">
          <a:xfrm>
            <a:off x="668517" y="3947208"/>
            <a:ext cx="612599" cy="380099"/>
          </a:xfrm>
          <a:prstGeom prst="rect">
            <a:avLst/>
          </a:prstGeom>
        </p:spPr>
        <p:txBody>
          <a:bodyPr spcFirstLastPara="1" wrap="square" lIns="91424" tIns="91424" rIns="91424" bIns="91424" anchor="ctr" anchorCtr="0">
            <a:noAutofit/>
          </a:bodyPr>
          <a:lstStyle/>
          <a:p>
            <a:pPr marL="0" lvl="0" indent="0" algn="ctr" rtl="0">
              <a:spcBef>
                <a:spcPts val="0"/>
              </a:spcBef>
              <a:spcAft>
                <a:spcPts val="0"/>
              </a:spcAft>
              <a:buNone/>
              <a:defRPr/>
            </a:pPr>
            <a:r>
              <a:rPr lang="en"/>
              <a:t>0</a:t>
            </a:r>
            <a:r>
              <a:rPr lang="en-US"/>
              <a:t>4</a:t>
            </a:r>
            <a:endParaRPr/>
          </a:p>
        </p:txBody>
      </p:sp>
      <p:sp>
        <p:nvSpPr>
          <p:cNvPr id="1290702147" name="Google Shape;1498;p57"/>
          <p:cNvSpPr txBox="1"/>
          <p:nvPr>
            <p:ph type="title" idx="3"/>
          </p:nvPr>
        </p:nvSpPr>
        <p:spPr bwMode="auto">
          <a:xfrm flipH="0" flipV="0">
            <a:off x="1396472" y="1682115"/>
            <a:ext cx="7841116" cy="380099"/>
          </a:xfrm>
          <a:prstGeom prst="rect">
            <a:avLst/>
          </a:prstGeom>
        </p:spPr>
        <p:txBody>
          <a:bodyPr spcFirstLastPara="1" wrap="square" lIns="91424" tIns="91424" rIns="91424" bIns="91424" anchor="ctr" anchorCtr="0">
            <a:noAutofit/>
          </a:bodyPr>
          <a:lstStyle/>
          <a:p>
            <a:pPr marL="0" lvl="0" indent="0" algn="l" rtl="0">
              <a:spcBef>
                <a:spcPts val="0"/>
              </a:spcBef>
              <a:spcAft>
                <a:spcPts val="0"/>
              </a:spcAft>
              <a:buNone/>
              <a:defRPr/>
            </a:pPr>
            <a:r>
              <a:rPr lang="en" sz="2600" b="1" i="0" u="none" strike="noStrike" cap="none" spc="0">
                <a:solidFill>
                  <a:schemeClr val="dk1"/>
                </a:solidFill>
                <a:latin typeface="Josefin Sans"/>
                <a:ea typeface="Josefin Sans"/>
                <a:cs typeface="Josefin Sans"/>
              </a:rPr>
              <a:t>Gain consent /authorization before conducting direct marketing</a:t>
            </a:r>
            <a:endParaRPr sz="2600"/>
          </a:p>
        </p:txBody>
      </p:sp>
      <p:sp>
        <p:nvSpPr>
          <p:cNvPr id="883668852" name="Google Shape;1499;p57"/>
          <p:cNvSpPr txBox="1"/>
          <p:nvPr>
            <p:ph type="subTitle" idx="1"/>
          </p:nvPr>
        </p:nvSpPr>
        <p:spPr bwMode="auto">
          <a:xfrm flipH="0" flipV="0">
            <a:off x="1396472" y="2221957"/>
            <a:ext cx="7466463" cy="3800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en" sz="1600" b="0" i="0" u="none" strike="noStrike" cap="none" spc="0">
                <a:solidFill>
                  <a:schemeClr val="dk1"/>
                </a:solidFill>
                <a:latin typeface="Gudea"/>
                <a:ea typeface="Gudea"/>
                <a:cs typeface="Gudea"/>
              </a:rPr>
              <a:t>GDPR laws has meant that organizations need consent before directly marketing to individuals, Where possible, get the consent of the audience you are looking to reach, or at a minimum, approach your audiences in a non-intrusive way. </a:t>
            </a:r>
            <a:endParaRPr/>
          </a:p>
        </p:txBody>
      </p:sp>
      <p:sp>
        <p:nvSpPr>
          <p:cNvPr id="1338917962" name="Google Shape;1504;p57"/>
          <p:cNvSpPr txBox="1"/>
          <p:nvPr>
            <p:ph type="title" idx="5"/>
          </p:nvPr>
        </p:nvSpPr>
        <p:spPr bwMode="auto">
          <a:xfrm flipH="0" flipV="0">
            <a:off x="1481517" y="3346750"/>
            <a:ext cx="7296374" cy="380099"/>
          </a:xfrm>
          <a:prstGeom prst="rect">
            <a:avLst/>
          </a:prstGeom>
        </p:spPr>
        <p:txBody>
          <a:bodyPr spcFirstLastPara="1" wrap="square" lIns="91424" tIns="91424" rIns="91424" bIns="91424" anchor="ctr" anchorCtr="0">
            <a:noAutofit/>
          </a:bodyPr>
          <a:lstStyle/>
          <a:p>
            <a:pPr marL="0" lvl="0" indent="0" algn="l" rtl="0">
              <a:spcBef>
                <a:spcPts val="0"/>
              </a:spcBef>
              <a:spcAft>
                <a:spcPts val="0"/>
              </a:spcAft>
              <a:buNone/>
              <a:defRPr/>
            </a:pPr>
            <a:r>
              <a:rPr lang="en" sz="2800" b="1" i="0" u="none" strike="noStrike" cap="none" spc="0">
                <a:solidFill>
                  <a:schemeClr val="dk1"/>
                </a:solidFill>
                <a:latin typeface="Josefin Sans"/>
                <a:ea typeface="Josefin Sans"/>
                <a:cs typeface="Josefin Sans"/>
              </a:rPr>
              <a:t>Train employees on laws and regulations </a:t>
            </a:r>
            <a:endParaRPr/>
          </a:p>
        </p:txBody>
      </p:sp>
      <p:sp>
        <p:nvSpPr>
          <p:cNvPr id="1654959784" name="Google Shape;1505;p57"/>
          <p:cNvSpPr txBox="1"/>
          <p:nvPr>
            <p:ph type="subTitle" idx="6"/>
          </p:nvPr>
        </p:nvSpPr>
        <p:spPr bwMode="auto">
          <a:xfrm flipH="0" flipV="0">
            <a:off x="1481517" y="3726850"/>
            <a:ext cx="7466463" cy="3800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en" sz="1600" b="0" i="0" u="none" strike="noStrike" cap="none" spc="0">
                <a:solidFill>
                  <a:schemeClr val="dk1"/>
                </a:solidFill>
                <a:latin typeface="Gudea"/>
                <a:ea typeface="Gudea"/>
                <a:cs typeface="Gudea"/>
              </a:rPr>
              <a:t>Regulations and guidelines (such as the EFPIA)will ensure that the organization's key employees are already trained on the appropriate laws, regulations and codes of practices. Make it standard practice to educate all of your marketing employees on these regulations and have regular refresher sessions.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6399610" name="Google Shape;1489;p57"/>
          <p:cNvSpPr/>
          <p:nvPr/>
        </p:nvSpPr>
        <p:spPr bwMode="auto">
          <a:xfrm>
            <a:off x="668516" y="3830959"/>
            <a:ext cx="612599" cy="612599"/>
          </a:xfrm>
          <a:prstGeom prst="ellipse">
            <a:avLst/>
          </a:prstGeom>
          <a:noFill/>
          <a:ln w="19050" cap="flat" cmpd="sng">
            <a:solidFill>
              <a:schemeClr val="accent2"/>
            </a:solidFill>
            <a:prstDash val="solid"/>
            <a:round/>
            <a:headEnd type="none" w="sm" len="sm"/>
            <a:tailEnd type="none" w="sm" len="sm"/>
          </a:ln>
        </p:spPr>
        <p:txBody>
          <a:bodyPr spcFirstLastPara="1" wrap="square" lIns="91424" tIns="91424" rIns="91424" bIns="91424" anchor="ctr" anchorCtr="0">
            <a:noAutofit/>
          </a:bodyPr>
          <a:lstStyle/>
          <a:p>
            <a:pPr marL="0" lvl="0" indent="0" algn="l" rtl="0">
              <a:spcBef>
                <a:spcPts val="0"/>
              </a:spcBef>
              <a:spcAft>
                <a:spcPts val="0"/>
              </a:spcAft>
              <a:buNone/>
              <a:defRPr/>
            </a:pPr>
            <a:endParaRPr/>
          </a:p>
        </p:txBody>
      </p:sp>
      <p:sp>
        <p:nvSpPr>
          <p:cNvPr id="1274660461" name="Google Shape;1492;p57"/>
          <p:cNvSpPr/>
          <p:nvPr/>
        </p:nvSpPr>
        <p:spPr bwMode="auto">
          <a:xfrm>
            <a:off x="668972" y="2085556"/>
            <a:ext cx="612599" cy="612599"/>
          </a:xfrm>
          <a:prstGeom prst="ellipse">
            <a:avLst/>
          </a:prstGeom>
          <a:solidFill>
            <a:schemeClr val="accent2"/>
          </a:solidFill>
          <a:ln>
            <a:noFill/>
          </a:ln>
        </p:spPr>
        <p:txBody>
          <a:bodyPr spcFirstLastPara="1" wrap="square" lIns="91424" tIns="91424" rIns="91424" bIns="91424" anchor="ctr" anchorCtr="0">
            <a:noAutofit/>
          </a:bodyPr>
          <a:lstStyle/>
          <a:p>
            <a:pPr marL="0" lvl="0" indent="0" algn="l" rtl="0">
              <a:spcBef>
                <a:spcPts val="0"/>
              </a:spcBef>
              <a:spcAft>
                <a:spcPts val="0"/>
              </a:spcAft>
              <a:buNone/>
              <a:defRPr/>
            </a:pPr>
            <a:endParaRPr/>
          </a:p>
        </p:txBody>
      </p:sp>
      <p:sp>
        <p:nvSpPr>
          <p:cNvPr id="2105903396" name="Google Shape;1493;p57"/>
          <p:cNvSpPr txBox="1"/>
          <p:nvPr>
            <p:ph type="title"/>
          </p:nvPr>
        </p:nvSpPr>
        <p:spPr bwMode="auto">
          <a:xfrm flipH="0" flipV="0">
            <a:off x="458091" y="417634"/>
            <a:ext cx="8320257" cy="572699"/>
          </a:xfrm>
          <a:prstGeom prst="rect">
            <a:avLst/>
          </a:prstGeom>
        </p:spPr>
        <p:txBody>
          <a:bodyPr spcFirstLastPara="1" wrap="square" lIns="91424" tIns="91424" rIns="91424" bIns="91424" anchor="t" anchorCtr="0">
            <a:noAutofit/>
          </a:bodyPr>
          <a:lstStyle/>
          <a:p>
            <a:pPr algn="ctr">
              <a:defRPr/>
            </a:pPr>
            <a:r>
              <a:rPr lang="en-US" sz="2800" b="1" i="0" u="none" strike="noStrike" cap="none" spc="0">
                <a:solidFill>
                  <a:srgbClr val="002A42"/>
                </a:solidFill>
                <a:latin typeface="Bell MT"/>
                <a:ea typeface="Bell MT"/>
                <a:cs typeface="Bell MT"/>
              </a:rPr>
              <a:t>Pharmaceutical marketing ethics &amp;</a:t>
            </a:r>
            <a:endParaRPr sz="2800"/>
          </a:p>
          <a:p>
            <a:pPr algn="ctr">
              <a:defRPr/>
            </a:pPr>
            <a:r>
              <a:rPr lang="en-US" sz="2800" b="1" i="0" u="none" strike="noStrike" cap="none" spc="0">
                <a:solidFill>
                  <a:srgbClr val="002A42"/>
                </a:solidFill>
                <a:latin typeface="Bell MT"/>
                <a:ea typeface="Bell MT"/>
                <a:cs typeface="Bell MT"/>
              </a:rPr>
              <a:t> considerations</a:t>
            </a:r>
            <a:br>
              <a:rPr lang="en-US" sz="2800" b="1" i="0" u="none" strike="noStrike" cap="none" spc="0">
                <a:solidFill>
                  <a:schemeClr val="dk1"/>
                </a:solidFill>
                <a:latin typeface="Josefin Sans"/>
                <a:ea typeface="Josefin Sans"/>
                <a:cs typeface="Josefin Sans"/>
              </a:rPr>
            </a:br>
            <a:endParaRPr sz="2800"/>
          </a:p>
          <a:p>
            <a:pPr>
              <a:defRPr/>
            </a:pPr>
            <a:endParaRPr sz="2800"/>
          </a:p>
          <a:p>
            <a:pPr>
              <a:defRPr/>
            </a:pPr>
            <a:endParaRPr/>
          </a:p>
        </p:txBody>
      </p:sp>
      <p:sp>
        <p:nvSpPr>
          <p:cNvPr id="149802317" name="Google Shape;1494;p57"/>
          <p:cNvSpPr txBox="1"/>
          <p:nvPr>
            <p:ph type="title" idx="2"/>
          </p:nvPr>
        </p:nvSpPr>
        <p:spPr bwMode="auto">
          <a:xfrm flipH="1">
            <a:off x="668972" y="2221957"/>
            <a:ext cx="612599" cy="380099"/>
          </a:xfrm>
          <a:prstGeom prst="rect">
            <a:avLst/>
          </a:prstGeom>
        </p:spPr>
        <p:txBody>
          <a:bodyPr spcFirstLastPara="1" wrap="square" lIns="91424" tIns="91424" rIns="91424" bIns="91424" anchor="ctr" anchorCtr="0">
            <a:noAutofit/>
          </a:bodyPr>
          <a:lstStyle/>
          <a:p>
            <a:pPr marL="0" lvl="0" indent="0" algn="ctr" rtl="0">
              <a:spcBef>
                <a:spcPts val="0"/>
              </a:spcBef>
              <a:spcAft>
                <a:spcPts val="0"/>
              </a:spcAft>
              <a:buNone/>
              <a:defRPr/>
            </a:pPr>
            <a:r>
              <a:rPr lang="en"/>
              <a:t>0</a:t>
            </a:r>
            <a:r>
              <a:rPr/>
              <a:t>5</a:t>
            </a:r>
            <a:endParaRPr/>
          </a:p>
        </p:txBody>
      </p:sp>
      <p:sp>
        <p:nvSpPr>
          <p:cNvPr id="937916125" name="Google Shape;1495;p57"/>
          <p:cNvSpPr txBox="1"/>
          <p:nvPr>
            <p:ph type="title" idx="4"/>
          </p:nvPr>
        </p:nvSpPr>
        <p:spPr bwMode="auto">
          <a:xfrm>
            <a:off x="668516" y="3947208"/>
            <a:ext cx="612599" cy="380099"/>
          </a:xfrm>
          <a:prstGeom prst="rect">
            <a:avLst/>
          </a:prstGeom>
        </p:spPr>
        <p:txBody>
          <a:bodyPr spcFirstLastPara="1" wrap="square" lIns="91424" tIns="91424" rIns="91424" bIns="91424" anchor="ctr" anchorCtr="0">
            <a:noAutofit/>
          </a:bodyPr>
          <a:lstStyle/>
          <a:p>
            <a:pPr marL="0" lvl="0" indent="0" algn="ctr" rtl="0">
              <a:spcBef>
                <a:spcPts val="0"/>
              </a:spcBef>
              <a:spcAft>
                <a:spcPts val="0"/>
              </a:spcAft>
              <a:buNone/>
              <a:defRPr/>
            </a:pPr>
            <a:r>
              <a:rPr lang="en"/>
              <a:t>0</a:t>
            </a:r>
            <a:r>
              <a:rPr/>
              <a:t>6</a:t>
            </a:r>
            <a:endParaRPr/>
          </a:p>
        </p:txBody>
      </p:sp>
      <p:sp>
        <p:nvSpPr>
          <p:cNvPr id="2139297045" name="Google Shape;1498;p57"/>
          <p:cNvSpPr txBox="1"/>
          <p:nvPr>
            <p:ph type="title" idx="3"/>
          </p:nvPr>
        </p:nvSpPr>
        <p:spPr bwMode="auto">
          <a:xfrm flipH="0" flipV="0">
            <a:off x="1396472" y="1603732"/>
            <a:ext cx="7841115" cy="380099"/>
          </a:xfrm>
          <a:prstGeom prst="rect">
            <a:avLst/>
          </a:prstGeom>
        </p:spPr>
        <p:txBody>
          <a:bodyPr spcFirstLastPara="1" wrap="square" lIns="91424" tIns="91424" rIns="91424" bIns="91424" anchor="ctr" anchorCtr="0">
            <a:noAutofit/>
          </a:bodyPr>
          <a:lstStyle/>
          <a:p>
            <a:pPr marL="0" lvl="0" indent="0" algn="l" rtl="0">
              <a:spcBef>
                <a:spcPts val="0"/>
              </a:spcBef>
              <a:spcAft>
                <a:spcPts val="0"/>
              </a:spcAft>
              <a:buNone/>
              <a:defRPr/>
            </a:pPr>
            <a:r>
              <a:rPr lang="en" sz="2600" b="1" i="0" u="none" strike="noStrike" cap="none" spc="0">
                <a:solidFill>
                  <a:schemeClr val="dk1"/>
                </a:solidFill>
                <a:latin typeface="Josefin Sans"/>
                <a:ea typeface="Josefin Sans"/>
                <a:cs typeface="Josefin Sans"/>
              </a:rPr>
              <a:t>Look to partner rather than sell</a:t>
            </a:r>
            <a:endParaRPr sz="2600"/>
          </a:p>
        </p:txBody>
      </p:sp>
      <p:sp>
        <p:nvSpPr>
          <p:cNvPr id="2053222966" name="Google Shape;1499;p57"/>
          <p:cNvSpPr txBox="1"/>
          <p:nvPr>
            <p:ph type="subTitle" idx="1"/>
          </p:nvPr>
        </p:nvSpPr>
        <p:spPr bwMode="auto">
          <a:xfrm flipH="0" flipV="0">
            <a:off x="1396472" y="1983832"/>
            <a:ext cx="7466463" cy="3800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en" sz="1600" b="0" i="0" u="none" strike="noStrike" cap="none" spc="0">
                <a:solidFill>
                  <a:schemeClr val="dk1"/>
                </a:solidFill>
                <a:latin typeface="Gudea"/>
                <a:ea typeface="Gudea"/>
                <a:cs typeface="Gudea"/>
              </a:rPr>
              <a:t>Driving sales of products or services via the traditional field sales representatives "educators“ budget for gifts and a smart suit – just isn’t how it works now. The entire pharmaceutical industry needs to leave behind this rather dishonest image.</a:t>
            </a:r>
            <a:r>
              <a:rPr lang="en" sz="1600" b="0" i="0" u="none" strike="noStrike" cap="none" spc="0">
                <a:solidFill>
                  <a:schemeClr val="dk1"/>
                </a:solidFill>
                <a:latin typeface="Gudea"/>
                <a:ea typeface="Gudea"/>
                <a:cs typeface="Gudea"/>
              </a:rPr>
              <a:t> </a:t>
            </a:r>
            <a:endParaRPr/>
          </a:p>
        </p:txBody>
      </p:sp>
      <p:sp>
        <p:nvSpPr>
          <p:cNvPr id="1047653293" name="Google Shape;1504;p57"/>
          <p:cNvSpPr txBox="1"/>
          <p:nvPr>
            <p:ph type="title" idx="5"/>
          </p:nvPr>
        </p:nvSpPr>
        <p:spPr bwMode="auto">
          <a:xfrm flipH="0" flipV="0">
            <a:off x="1481517" y="3346750"/>
            <a:ext cx="7296373" cy="380099"/>
          </a:xfrm>
          <a:prstGeom prst="rect">
            <a:avLst/>
          </a:prstGeom>
        </p:spPr>
        <p:txBody>
          <a:bodyPr spcFirstLastPara="1" wrap="square" lIns="91424" tIns="91424" rIns="91424" bIns="91424" anchor="ctr" anchorCtr="0">
            <a:noAutofit/>
          </a:bodyPr>
          <a:lstStyle/>
          <a:p>
            <a:pPr marL="0" lvl="0" indent="0" algn="l" rtl="0">
              <a:spcBef>
                <a:spcPts val="0"/>
              </a:spcBef>
              <a:spcAft>
                <a:spcPts val="0"/>
              </a:spcAft>
              <a:buNone/>
              <a:defRPr/>
            </a:pPr>
            <a:r>
              <a:rPr lang="en" sz="2800" b="1" i="0" u="none" strike="noStrike" cap="none" spc="0">
                <a:solidFill>
                  <a:schemeClr val="dk1"/>
                </a:solidFill>
                <a:latin typeface="Josefin Sans"/>
                <a:ea typeface="Josefin Sans"/>
                <a:cs typeface="Josefin Sans"/>
              </a:rPr>
              <a:t>Engage within digital communities</a:t>
            </a:r>
            <a:endParaRPr/>
          </a:p>
        </p:txBody>
      </p:sp>
      <p:sp>
        <p:nvSpPr>
          <p:cNvPr id="1400047139" name="Google Shape;1505;p57"/>
          <p:cNvSpPr txBox="1"/>
          <p:nvPr>
            <p:ph type="subTitle" idx="6"/>
          </p:nvPr>
        </p:nvSpPr>
        <p:spPr bwMode="auto">
          <a:xfrm flipH="0" flipV="0">
            <a:off x="1481517" y="3726850"/>
            <a:ext cx="7466463" cy="3800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en-US" sz="1600" b="0" i="0" u="none" strike="noStrike" cap="none" spc="0">
                <a:solidFill>
                  <a:schemeClr val="dk1"/>
                </a:solidFill>
                <a:latin typeface="Gudea"/>
                <a:ea typeface="Gudea"/>
                <a:cs typeface="Gudea"/>
              </a:rPr>
              <a:t>Online communities and networks present the perfect setting for building relationships and brand awareness.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825107" name="Google Shape;1492;p57"/>
          <p:cNvSpPr/>
          <p:nvPr/>
        </p:nvSpPr>
        <p:spPr bwMode="auto">
          <a:xfrm>
            <a:off x="668972" y="2561755"/>
            <a:ext cx="612599" cy="612599"/>
          </a:xfrm>
          <a:prstGeom prst="ellipse">
            <a:avLst/>
          </a:prstGeom>
          <a:solidFill>
            <a:schemeClr val="accent2"/>
          </a:solidFill>
          <a:ln>
            <a:noFill/>
          </a:ln>
        </p:spPr>
        <p:txBody>
          <a:bodyPr spcFirstLastPara="1" wrap="square" lIns="91424" tIns="91424" rIns="91424" bIns="91424" anchor="ctr" anchorCtr="0">
            <a:noAutofit/>
          </a:bodyPr>
          <a:lstStyle/>
          <a:p>
            <a:pPr marL="0" lvl="0" indent="0" algn="l" rtl="0">
              <a:spcBef>
                <a:spcPts val="0"/>
              </a:spcBef>
              <a:spcAft>
                <a:spcPts val="0"/>
              </a:spcAft>
              <a:buNone/>
              <a:defRPr/>
            </a:pPr>
            <a:endParaRPr/>
          </a:p>
        </p:txBody>
      </p:sp>
      <p:sp>
        <p:nvSpPr>
          <p:cNvPr id="1566835402" name="Google Shape;1493;p57"/>
          <p:cNvSpPr txBox="1"/>
          <p:nvPr>
            <p:ph type="title"/>
          </p:nvPr>
        </p:nvSpPr>
        <p:spPr bwMode="auto">
          <a:xfrm flipH="0" flipV="0">
            <a:off x="458091" y="417634"/>
            <a:ext cx="8320257" cy="572699"/>
          </a:xfrm>
          <a:prstGeom prst="rect">
            <a:avLst/>
          </a:prstGeom>
        </p:spPr>
        <p:txBody>
          <a:bodyPr spcFirstLastPara="1" wrap="square" lIns="91424" tIns="91424" rIns="91424" bIns="91424" anchor="t" anchorCtr="0">
            <a:noAutofit/>
          </a:bodyPr>
          <a:lstStyle/>
          <a:p>
            <a:pPr algn="ctr">
              <a:defRPr/>
            </a:pPr>
            <a:r>
              <a:rPr lang="en-US" sz="2800" b="1" i="0" u="none" strike="noStrike" cap="none" spc="0">
                <a:solidFill>
                  <a:srgbClr val="002A42"/>
                </a:solidFill>
                <a:latin typeface="Bell MT"/>
                <a:ea typeface="Bell MT"/>
                <a:cs typeface="Bell MT"/>
              </a:rPr>
              <a:t>Pharmaceutical marketing ethics &amp;</a:t>
            </a:r>
            <a:endParaRPr sz="2800"/>
          </a:p>
          <a:p>
            <a:pPr algn="ctr">
              <a:defRPr/>
            </a:pPr>
            <a:r>
              <a:rPr lang="en-US" sz="2800" b="1" i="0" u="none" strike="noStrike" cap="none" spc="0">
                <a:solidFill>
                  <a:srgbClr val="002A42"/>
                </a:solidFill>
                <a:latin typeface="Bell MT"/>
                <a:ea typeface="Bell MT"/>
                <a:cs typeface="Bell MT"/>
              </a:rPr>
              <a:t> considerations</a:t>
            </a:r>
            <a:br>
              <a:rPr lang="en-US" sz="2800" b="1" i="0" u="none" strike="noStrike" cap="none" spc="0">
                <a:solidFill>
                  <a:schemeClr val="dk1"/>
                </a:solidFill>
                <a:latin typeface="Josefin Sans"/>
                <a:ea typeface="Josefin Sans"/>
                <a:cs typeface="Josefin Sans"/>
              </a:rPr>
            </a:br>
            <a:endParaRPr sz="2800"/>
          </a:p>
          <a:p>
            <a:pPr>
              <a:defRPr/>
            </a:pPr>
            <a:endParaRPr sz="2800"/>
          </a:p>
          <a:p>
            <a:pPr>
              <a:defRPr/>
            </a:pPr>
            <a:endParaRPr/>
          </a:p>
        </p:txBody>
      </p:sp>
      <p:sp>
        <p:nvSpPr>
          <p:cNvPr id="1711146840" name="Google Shape;1494;p57"/>
          <p:cNvSpPr txBox="1"/>
          <p:nvPr>
            <p:ph type="title" idx="2"/>
          </p:nvPr>
        </p:nvSpPr>
        <p:spPr bwMode="auto">
          <a:xfrm flipH="1">
            <a:off x="668972" y="2698156"/>
            <a:ext cx="612599" cy="380099"/>
          </a:xfrm>
          <a:prstGeom prst="rect">
            <a:avLst/>
          </a:prstGeom>
        </p:spPr>
        <p:txBody>
          <a:bodyPr spcFirstLastPara="1" wrap="square" lIns="91424" tIns="91424" rIns="91424" bIns="91424" anchor="ctr" anchorCtr="0">
            <a:noAutofit/>
          </a:bodyPr>
          <a:lstStyle/>
          <a:p>
            <a:pPr marL="0" lvl="0" indent="0" algn="ctr" rtl="0">
              <a:spcBef>
                <a:spcPts val="0"/>
              </a:spcBef>
              <a:spcAft>
                <a:spcPts val="0"/>
              </a:spcAft>
              <a:buNone/>
              <a:defRPr/>
            </a:pPr>
            <a:r>
              <a:rPr lang="en"/>
              <a:t>0</a:t>
            </a:r>
            <a:r>
              <a:rPr/>
              <a:t>7</a:t>
            </a:r>
            <a:endParaRPr/>
          </a:p>
        </p:txBody>
      </p:sp>
      <p:sp>
        <p:nvSpPr>
          <p:cNvPr id="479458622" name="Google Shape;1498;p57"/>
          <p:cNvSpPr txBox="1"/>
          <p:nvPr>
            <p:ph type="title" idx="3"/>
          </p:nvPr>
        </p:nvSpPr>
        <p:spPr bwMode="auto">
          <a:xfrm flipH="0" flipV="0">
            <a:off x="1396471" y="2079931"/>
            <a:ext cx="7841115" cy="380099"/>
          </a:xfrm>
          <a:prstGeom prst="rect">
            <a:avLst/>
          </a:prstGeom>
        </p:spPr>
        <p:txBody>
          <a:bodyPr spcFirstLastPara="1" wrap="square" lIns="91424" tIns="91424" rIns="91424" bIns="91424" anchor="ctr" anchorCtr="0">
            <a:noAutofit/>
          </a:bodyPr>
          <a:lstStyle/>
          <a:p>
            <a:pPr marL="0" lvl="0" indent="0" algn="l" rtl="0">
              <a:spcBef>
                <a:spcPts val="0"/>
              </a:spcBef>
              <a:spcAft>
                <a:spcPts val="0"/>
              </a:spcAft>
              <a:buNone/>
              <a:defRPr/>
            </a:pPr>
            <a:r>
              <a:rPr lang="en" sz="2600" b="1" i="0" u="none" strike="noStrike" cap="none" spc="0">
                <a:solidFill>
                  <a:schemeClr val="dk1"/>
                </a:solidFill>
                <a:latin typeface="Josefin Sans"/>
                <a:ea typeface="Josefin Sans"/>
                <a:cs typeface="Josefin Sans"/>
              </a:rPr>
              <a:t>Act responsibly</a:t>
            </a:r>
            <a:endParaRPr sz="2600"/>
          </a:p>
        </p:txBody>
      </p:sp>
      <p:sp>
        <p:nvSpPr>
          <p:cNvPr id="300464730" name="Google Shape;1499;p57"/>
          <p:cNvSpPr txBox="1"/>
          <p:nvPr>
            <p:ph type="subTitle" idx="1"/>
          </p:nvPr>
        </p:nvSpPr>
        <p:spPr bwMode="auto">
          <a:xfrm flipH="0" flipV="0">
            <a:off x="1396471" y="2460031"/>
            <a:ext cx="7466463" cy="380099"/>
          </a:xfrm>
          <a:prstGeom prst="rect">
            <a:avLst/>
          </a:prstGeom>
        </p:spPr>
        <p:txBody>
          <a:bodyPr spcFirstLastPara="1" wrap="square" lIns="91424" tIns="91424" rIns="91424" bIns="91424" anchor="t" anchorCtr="0">
            <a:noAutofit/>
          </a:bodyPr>
          <a:lstStyle/>
          <a:p>
            <a:pPr marL="0" lvl="0" indent="0" algn="l" rtl="0">
              <a:spcBef>
                <a:spcPts val="0"/>
              </a:spcBef>
              <a:spcAft>
                <a:spcPts val="0"/>
              </a:spcAft>
              <a:buNone/>
              <a:defRPr/>
            </a:pPr>
            <a:r>
              <a:rPr lang="en" sz="1600" b="0" i="0" u="none" strike="noStrike" cap="none" spc="0">
                <a:solidFill>
                  <a:schemeClr val="dk1"/>
                </a:solidFill>
                <a:latin typeface="Gudea"/>
                <a:ea typeface="Gudea"/>
                <a:cs typeface="Gudea"/>
              </a:rPr>
              <a:t>Pharmaceutical marketing ethics are best demonstrated through acts of fairness, integrity, and responsibility. If an organization acts responsibly to the markets, societies and communities it markets itself within, it will always demonstrate itself in a positive light.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64155497" name="Google Shape;5853;p120"/>
          <p:cNvSpPr txBox="1"/>
          <p:nvPr>
            <p:ph type="title"/>
          </p:nvPr>
        </p:nvSpPr>
        <p:spPr bwMode="auto">
          <a:xfrm>
            <a:off x="713224" y="369410"/>
            <a:ext cx="7717500" cy="572699"/>
          </a:xfrm>
          <a:prstGeom prst="rect">
            <a:avLst/>
          </a:prstGeom>
        </p:spPr>
        <p:txBody>
          <a:bodyPr spcFirstLastPara="1" wrap="square" lIns="91424" tIns="91424" rIns="91424" bIns="91424" anchor="t" anchorCtr="0">
            <a:noAutofit/>
          </a:bodyPr>
          <a:lstStyle/>
          <a:p>
            <a:pPr marL="0" lvl="0" indent="0" algn="ctr" rtl="0">
              <a:spcBef>
                <a:spcPts val="0"/>
              </a:spcBef>
              <a:spcAft>
                <a:spcPts val="0"/>
              </a:spcAft>
              <a:buNone/>
              <a:defRPr/>
            </a:pPr>
            <a:r>
              <a:rPr lang="en" sz="2800" b="1" i="0" u="none" strike="noStrike" cap="none" spc="0">
                <a:solidFill>
                  <a:schemeClr val="dk1"/>
                </a:solidFill>
                <a:latin typeface="Josefin Sans"/>
                <a:ea typeface="Josefin Sans"/>
                <a:cs typeface="Josefin Sans"/>
              </a:rPr>
              <a:t>REFERENCE</a:t>
            </a:r>
            <a:endParaRPr/>
          </a:p>
        </p:txBody>
      </p:sp>
      <p:sp>
        <p:nvSpPr>
          <p:cNvPr id="103408331" name="Google Shape;5854;p120"/>
          <p:cNvSpPr txBox="1"/>
          <p:nvPr>
            <p:ph type="body" idx="1"/>
          </p:nvPr>
        </p:nvSpPr>
        <p:spPr bwMode="auto">
          <a:xfrm>
            <a:off x="713224" y="1086583"/>
            <a:ext cx="7717500" cy="3521999"/>
          </a:xfrm>
          <a:prstGeom prst="rect">
            <a:avLst/>
          </a:prstGeom>
        </p:spPr>
        <p:txBody>
          <a:bodyPr spcFirstLastPara="1" wrap="square" lIns="91424" tIns="91424" rIns="91424" bIns="91424" anchor="t" anchorCtr="0">
            <a:noAutofit/>
          </a:bodyPr>
          <a:lstStyle/>
          <a:p>
            <a:pPr>
              <a:defRPr/>
            </a:pPr>
            <a:r>
              <a:rPr lang="en-US" sz="1800" b="0" i="0" u="none" strike="noStrike" cap="none" spc="0">
                <a:solidFill>
                  <a:schemeClr val="dk1"/>
                </a:solidFill>
                <a:latin typeface="Gudea"/>
                <a:ea typeface="Gudea"/>
                <a:cs typeface="Gudea"/>
              </a:rPr>
              <a:t>Pharmaceutical marketing communications? Apersuasion knowledge perspective", InternationalJournal of Pharmaceutical and Healthcare Marketing,Vol. 9 Iss 4 pp. 330 – 348</a:t>
            </a:r>
            <a:endParaRPr lang="en-US" sz="1800" b="0" i="0" u="none" strike="noStrike" cap="none" spc="0">
              <a:solidFill>
                <a:schemeClr val="dk1"/>
              </a:solidFill>
              <a:latin typeface="Gudea"/>
              <a:cs typeface="Gudea"/>
            </a:endParaRPr>
          </a:p>
          <a:p>
            <a:pPr>
              <a:defRPr/>
            </a:pPr>
            <a:r>
              <a:rPr lang="en-US" sz="1800" b="0" i="0" u="none" strike="noStrike" cap="none" spc="0">
                <a:solidFill>
                  <a:schemeClr val="dk1"/>
                </a:solidFill>
                <a:latin typeface="Gudea"/>
                <a:ea typeface="Gudea"/>
                <a:cs typeface="Gudea"/>
              </a:rPr>
              <a:t>Chiu, H. (2005). Selling drugs: marketing strategies in the pharmaceutical industry and their effect on healthcare and research. Explorations.</a:t>
            </a:r>
            <a:endParaRPr lang="en-US" sz="1800" b="0" i="0" u="none" strike="noStrike" cap="none" spc="0">
              <a:solidFill>
                <a:schemeClr val="dk1"/>
              </a:solidFill>
              <a:latin typeface="Gudea"/>
              <a:cs typeface="Gudea"/>
            </a:endParaRPr>
          </a:p>
          <a:p>
            <a:pPr>
              <a:defRPr/>
            </a:pPr>
            <a:r>
              <a:rPr lang="en-US" sz="1800" b="0" i="0" u="none" strike="noStrike" cap="none" spc="0">
                <a:solidFill>
                  <a:schemeClr val="dk1"/>
                </a:solidFill>
                <a:latin typeface="Gudea"/>
                <a:ea typeface="Gudea"/>
                <a:cs typeface="Gudea"/>
              </a:rPr>
              <a:t>https://viralsolutions.net/ethical-issues-in-marketing/</a:t>
            </a:r>
            <a:endParaRPr lang="en-US" sz="1800" b="0" i="0" u="none" strike="noStrike" cap="none" spc="0">
              <a:solidFill>
                <a:schemeClr val="dk1"/>
              </a:solidFill>
              <a:latin typeface="Gudea"/>
              <a:cs typeface="Gudea"/>
            </a:endParaRPr>
          </a:p>
          <a:p>
            <a:pPr>
              <a:defRPr/>
            </a:pPr>
            <a:r>
              <a:rPr lang="en-US" sz="1800" b="0" i="0" u="none" strike="noStrike" cap="none" spc="0">
                <a:solidFill>
                  <a:schemeClr val="dk1"/>
                </a:solidFill>
                <a:latin typeface="Gudea"/>
                <a:ea typeface="Gudea"/>
                <a:cs typeface="Gudea"/>
              </a:rPr>
              <a:t>https://www.orientation.agency/insights/pharmaceutical-marketing-ethics</a:t>
            </a:r>
            <a:endParaRPr lang="en-US" sz="1800" b="0" i="0" u="none" strike="noStrike" cap="none" spc="0">
              <a:solidFill>
                <a:schemeClr val="dk1"/>
              </a:solidFill>
              <a:latin typeface="Gudea"/>
              <a:cs typeface="Gudea"/>
            </a:endParaRPr>
          </a:p>
          <a:p>
            <a:pPr marL="457200" marR="50799" lvl="0" indent="-317499" algn="l" rtl="0">
              <a:spcBef>
                <a:spcPts val="0"/>
              </a:spcBef>
              <a:spcAft>
                <a:spcPts val="0"/>
              </a:spcAft>
              <a:buSzPts val="1400"/>
              <a:buChar char="●"/>
              <a:defRPr/>
            </a:pPr>
            <a:r>
              <a:rPr lang="en-US" sz="1800" b="0" i="0" u="none" strike="noStrike" cap="none" spc="0">
                <a:solidFill>
                  <a:schemeClr val="dk1"/>
                </a:solidFill>
                <a:latin typeface="Gudea"/>
                <a:ea typeface="Gudea"/>
                <a:cs typeface="Gudea"/>
              </a:rPr>
              <a:t>https://www.orientation.agency/insights/pharmaceutical-marketingethics#:~:text=Pharmaceutical%20marketing%20ethics%20are%20best,itself%20in%20a%20positive%20light</a:t>
            </a:r>
            <a:endParaRPr sz="4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Pharmacy Slideshow XL by Slidesgo">
  <a:themeElements>
    <a:clrScheme name="Simple Light">
      <a:dk1>
        <a:srgbClr val="424242"/>
      </a:dk1>
      <a:lt1>
        <a:srgbClr val="197270"/>
      </a:lt1>
      <a:dk2>
        <a:srgbClr val="56BCA5"/>
      </a:dk2>
      <a:lt2>
        <a:srgbClr val="6998FF"/>
      </a:lt2>
      <a:accent1>
        <a:srgbClr val="97B8FF"/>
      </a:accent1>
      <a:accent2>
        <a:srgbClr val="FFAA97"/>
      </a:accent2>
      <a:accent3>
        <a:srgbClr val="FFDCD6"/>
      </a:accent3>
      <a:accent4>
        <a:srgbClr val="5B412C"/>
      </a:accent4>
      <a:accent5>
        <a:srgbClr val="A57F66"/>
      </a:accent5>
      <a:accent6>
        <a:srgbClr val="FFFFFF"/>
      </a:accent6>
      <a:hlink>
        <a:srgbClr val="585858"/>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ONLYOFFICE/9.0.4.50</Application>
  <PresentationFormat>On-screen Show (4:3)</PresentationFormat>
  <Paragraphs>0</Paragraphs>
  <Slides>16</Slides>
  <Notes>16</Notes>
  <HiddenSlides>0</HiddenSlides>
  <MMClips>2</MMClips>
  <ScaleCrop>0</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coreProperties>
</file>